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Default Extension="fntdata" ContentType="application/x-fontdata"/>
  <Override PartName="/docProps/core.xml" ContentType="application/vnd.openxmlformats-package.core-properties+xml"/>
  <Override PartName="/docProps/app.xml" ContentType="application/vnd.openxmlformats-officedocument.extended-properties+xml"/>
  <Override PartName="/ppt/theme/theme1.xml" ContentType="application/vnd.openxmlformats-officedocument.theme+xml"/>
  <Override PartName="/ppt/theme/theme2.xml" ContentType="application/vnd.openxmlformats-officedocument.theme+xml"/>
  <Override PartName="/ppt/presentation.xml" ContentType="application/vnd.openxmlformats-officedocument.presentationml.presentation.main+xml"/>
  <Override PartName="/ppt/fonts/Font_8_Open_Sans_Bold.fntdata" ContentType="application/x-fontdata"/>
  <Override PartName="/ppt/fonts/Font_7_Open_Sans_Regular.fntdata" ContentType="application/x-fontdata"/>
  <Override PartName="/ppt/fonts/Font_4_Albert_Sans_BoldItalic.fntdata" ContentType="application/x-fontdata"/>
  <Override PartName="/ppt/fonts/Font_9_Open_Sans_Italic.fntdata" ContentType="application/x-fontdata"/>
  <Override PartName="/ppt/fonts/Font_1_Albert_Sans_Regular.fntdata" ContentType="application/x-fontdata"/>
  <Override PartName="/ppt/fonts/Font_3_Albert_Sans_Italic.fntdata" ContentType="application/x-fontdata"/>
  <Override PartName="/ppt/fonts/Font_2_Albert_Sans_Bold.fntdata" ContentType="application/x-fontdata"/>
  <Override PartName="/ppt/fonts/Font_5_Syne_Regular.fntdata" ContentType="application/x-fontdata"/>
  <Override PartName="/ppt/fonts/Font_6_Syne_Bold.fntdata" ContentType="application/x-fontdata"/>
  <Override PartName="/ppt/fonts/Font_10_Open_Sans_BoldItalic.fntdata" ContentType="application/x-fontdata"/>
  <Override PartName="/ppt/slideMasters/slideMaster23.xml" ContentType="application/vnd.openxmlformats-officedocument.presentationml.slideMaster+xml"/>
  <Override PartName="/ppt/slideMasters/slideMaster1.xml" ContentType="application/vnd.openxmlformats-officedocument.presentationml.slideMaster+xml"/>
  <Override PartName="/ppt/slideMasters/_rels/slideMaster23.xml.rels" ContentType="application/vnd.openxmlformats-package.relationships+xml"/>
  <Override PartName="/ppt/slideMasters/_rels/slideMaster1.xml.rels" ContentType="application/vnd.openxmlformats-package.relationships+xml"/>
  <Override PartName="/ppt/slideLayouts/slideLayout23.xml" ContentType="application/vnd.openxmlformats-officedocument.presentationml.slideLayout+xml"/>
  <Override PartName="/ppt/slideLayouts/slideLayout1.xml" ContentType="application/vnd.openxmlformats-officedocument.presentationml.slideLayout+xml"/>
  <Override PartName="/ppt/slideLayouts/slideLayout20.xml" ContentType="application/vnd.openxmlformats-officedocument.presentationml.slideLayout+xml"/>
  <Override PartName="/ppt/slideLayouts/slideLayout2.xml" ContentType="application/vnd.openxmlformats-officedocument.presentationml.slideLayout+xml"/>
  <Override PartName="/ppt/slideLayouts/slideLayout2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24.xml" ContentType="application/vnd.openxmlformats-officedocument.presentationml.slideLayout+xml"/>
  <Override PartName="/ppt/slideLayouts/slideLayout6.xml" ContentType="application/vnd.openxmlformats-officedocument.presentationml.slideLayout+xml"/>
  <Override PartName="/ppt/slideLayouts/slideLayout25.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2.xml" ContentType="application/vnd.openxmlformats-officedocument.presentationml.slideLayout+xml"/>
  <Override PartName="/ppt/slideLayouts/_rels/slideLayout23.xml.rels" ContentType="application/vnd.openxmlformats-package.relationships+xml"/>
  <Override PartName="/ppt/slideLayouts/_rels/slideLayout1.xml.rels" ContentType="application/vnd.openxmlformats-package.relationships+xml"/>
  <Override PartName="/ppt/slideLayouts/_rels/slideLayout20.xml.rels" ContentType="application/vnd.openxmlformats-package.relationships+xml"/>
  <Override PartName="/ppt/slideLayouts/_rels/slideLayout2.xml.rels" ContentType="application/vnd.openxmlformats-package.relationships+xml"/>
  <Override PartName="/ppt/slideLayouts/_rels/slideLayout21.xml.rels" ContentType="application/vnd.openxmlformats-package.relationships+xml"/>
  <Override PartName="/ppt/slideLayouts/_rels/slideLayout3.xml.rels" ContentType="application/vnd.openxmlformats-package.relationships+xml"/>
  <Override PartName="/ppt/slideLayouts/_rels/slideLayout4.xml.rels" ContentType="application/vnd.openxmlformats-package.relationships+xml"/>
  <Override PartName="/ppt/slideLayouts/_rels/slideLayout5.xml.rels" ContentType="application/vnd.openxmlformats-package.relationships+xml"/>
  <Override PartName="/ppt/slideLayouts/_rels/slideLayout24.xml.rels" ContentType="application/vnd.openxmlformats-package.relationships+xml"/>
  <Override PartName="/ppt/slideLayouts/_rels/slideLayout6.xml.rels" ContentType="application/vnd.openxmlformats-package.relationships+xml"/>
  <Override PartName="/ppt/slideLayouts/_rels/slideLayout25.xml.rels" ContentType="application/vnd.openxmlformats-package.relationships+xml"/>
  <Override PartName="/ppt/slideLayouts/_rels/slideLayout7.xml.rels" ContentType="application/vnd.openxmlformats-package.relationships+xml"/>
  <Override PartName="/ppt/slideLayouts/_rels/slideLayout8.xml.rels" ContentType="application/vnd.openxmlformats-package.relationships+xml"/>
  <Override PartName="/ppt/slideLayouts/_rels/slideLayout9.xml.rels" ContentType="application/vnd.openxmlformats-package.relationships+xml"/>
  <Override PartName="/ppt/slideLayouts/_rels/slideLayout10.xml.rels" ContentType="application/vnd.openxmlformats-package.relationships+xml"/>
  <Override PartName="/ppt/slideLayouts/_rels/slideLayout11.xml.rels" ContentType="application/vnd.openxmlformats-package.relationships+xml"/>
  <Override PartName="/ppt/slideLayouts/_rels/slideLayout12.xml.rels" ContentType="application/vnd.openxmlformats-package.relationships+xml"/>
  <Override PartName="/ppt/slideLayouts/_rels/slideLayout13.xml.rels" ContentType="application/vnd.openxmlformats-package.relationships+xml"/>
  <Override PartName="/ppt/slideLayouts/_rels/slideLayout14.xml.rels" ContentType="application/vnd.openxmlformats-package.relationships+xml"/>
  <Override PartName="/ppt/slideLayouts/_rels/slideLayout15.xml.rels" ContentType="application/vnd.openxmlformats-package.relationships+xml"/>
  <Override PartName="/ppt/slideLayouts/_rels/slideLayout16.xml.rels" ContentType="application/vnd.openxmlformats-package.relationships+xml"/>
  <Override PartName="/ppt/slideLayouts/_rels/slideLayout17.xml.rels" ContentType="application/vnd.openxmlformats-package.relationships+xml"/>
  <Override PartName="/ppt/slideLayouts/_rels/slideLayout18.xml.rels" ContentType="application/vnd.openxmlformats-package.relationships+xml"/>
  <Override PartName="/ppt/slideLayouts/_rels/slideLayout19.xml.rels" ContentType="application/vnd.openxmlformats-package.relationships+xml"/>
  <Override PartName="/ppt/slideLayouts/_rels/slideLayout22.xml.rels" ContentType="application/vnd.openxmlformats-package.relationshi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_rels/slide1.xml.rels" ContentType="application/vnd.openxmlformats-package.relationships+xml"/>
  <Override PartName="/ppt/slides/_rels/slide2.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6.xml.rels" ContentType="application/vnd.openxmlformats-package.relationships+xml"/>
  <Override PartName="/ppt/slides/_rels/slide7.xml.rels" ContentType="application/vnd.openxmlformats-package.relationships+xml"/>
  <Override PartName="/ppt/slides/_rels/slide11.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9.xml.rels" ContentType="application/vnd.openxmlformats-package.relationships+xml"/>
  <Override PartName="/ppt/slides/_rels/slide12.xml.rels" ContentType="application/vnd.openxmlformats-package.relationships+xml"/>
  <Override PartName="/ppt/slides/_rels/slide13.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6.xml.rels" ContentType="application/vnd.openxmlformats-package.relationships+xml"/>
  <Override PartName="/ppt/media/image1.jpeg" ContentType="image/jpeg"/>
  <Override PartName="/ppt/media/image2.jpeg" ContentType="image/jpeg"/>
  <Override PartName="/ppt/media/image8.gif" ContentType="image/gif"/>
  <Override PartName="/ppt/media/image3.jpeg" ContentType="image/jpeg"/>
  <Override PartName="/ppt/media/image4.jpeg" ContentType="image/jpeg"/>
  <Override PartName="/ppt/media/image5.jpeg" ContentType="image/jpeg"/>
  <Override PartName="/ppt/media/image6.jpeg" ContentType="image/jpeg"/>
  <Override PartName="/ppt/media/image7.jpeg" ContentType="image/jpeg"/>
  <Override PartName="/ppt/media/image10.png" ContentType="image/png"/>
  <Override PartName="/ppt/media/image9.png" ContentType="image/png"/>
  <Override PartName="/ppt/presProps.xml" ContentType="application/vnd.openxmlformats-officedocument.presentationml.presProps+xml"/>
  <Override PartName="/ppt/_rels/presentation.xml.rels" ContentType="application/vnd.openxmlformats-package.relationships+xml"/>
  <Override PartName="/_rels/.rels" ContentType="application/vnd.openxmlformats-package.relationshi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embedTrueTypeFonts="1">
  <p:sldMasterIdLst>
    <p:sldMasterId id="2147483648" r:id="rId2"/>
    <p:sldMasterId id="2147483671" r:id="rId3"/>
  </p:sld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Lst>
  <p:sldSz cx="9144000" cy="5143500"/>
  <p:notesSz cx="6858000" cy="9144000"/>
  <p:embeddedFontLst>
    <p:embeddedFont>
      <p:font typeface="Albert Sans"/>
      <p:regular r:id="rId20"/>
      <p:bold r:id="rId21"/>
      <p:italic r:id="rId22"/>
      <p:boldItalic r:id="rId23"/>
    </p:embeddedFont>
    <p:embeddedFont>
      <p:font typeface="Syne SemiBold"/>
    </p:embeddedFont>
    <p:embeddedFont>
      <p:font typeface="Syne"/>
      <p:regular r:id="rId24"/>
      <p:bold r:id="rId25"/>
    </p:embeddedFont>
    <p:embeddedFont>
      <p:font typeface="Syne Medium"/>
    </p:embeddedFont>
    <p:embeddedFont>
      <p:font typeface="Open Sans"/>
      <p:regular r:id="rId26"/>
      <p:bold r:id="rId27"/>
      <p:italic r:id="rId28"/>
      <p:boldItalic r:id="rId29"/>
    </p:embeddedFont>
    <p:embeddedFont>
      <p:font typeface="Microsoft YaHei"/>
    </p:embeddedFont>
  </p:embeddedFontLst>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3.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font" Target="fonts/Font_1_Albert_Sans_Regular.fntdata"/><Relationship Id="rId21" Type="http://schemas.openxmlformats.org/officeDocument/2006/relationships/font" Target="fonts/Font_2_Albert_Sans_Bold.fntdata"/><Relationship Id="rId22" Type="http://schemas.openxmlformats.org/officeDocument/2006/relationships/font" Target="fonts/Font_3_Albert_Sans_Italic.fntdata"/><Relationship Id="rId23" Type="http://schemas.openxmlformats.org/officeDocument/2006/relationships/font" Target="fonts/Font_4_Albert_Sans_BoldItalic.fntdata"/><Relationship Id="rId24" Type="http://schemas.openxmlformats.org/officeDocument/2006/relationships/font" Target="fonts/Font_5_Syne_Regular.fntdata"/><Relationship Id="rId25" Type="http://schemas.openxmlformats.org/officeDocument/2006/relationships/font" Target="fonts/Font_6_Syne_Bold.fntdata"/><Relationship Id="rId26" Type="http://schemas.openxmlformats.org/officeDocument/2006/relationships/font" Target="fonts/Font_7_Open_Sans_Regular.fntdata"/><Relationship Id="rId27" Type="http://schemas.openxmlformats.org/officeDocument/2006/relationships/font" Target="fonts/Font_8_Open_Sans_Bold.fntdata"/><Relationship Id="rId28" Type="http://schemas.openxmlformats.org/officeDocument/2006/relationships/font" Target="fonts/Font_9_Open_Sans_Italic.fntdata"/><Relationship Id="rId29" Type="http://schemas.openxmlformats.org/officeDocument/2006/relationships/font" Target="fonts/Font_10_Open_Sans_BoldItalic.fntdata"/><Relationship Id="rId30"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eg"/>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eg"/>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hyperlink" Target="https://bit.ly/3A1uf1Q" TargetMode="External"/><Relationship Id="rId4" Type="http://schemas.openxmlformats.org/officeDocument/2006/relationships/hyperlink" Target="http://bit.ly/2TyoMsr" TargetMode="External"/><Relationship Id="rId5" Type="http://schemas.openxmlformats.org/officeDocument/2006/relationships/hyperlink" Target="http://bit.ly/2TtBDfr" TargetMode="Externa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eg"/>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eg"/>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eg"/>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eg"/>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3.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3.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23.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p:bg>
      <p:bgPr>
        <a:solidFill>
          <a:schemeClr val="lt1"/>
        </a:solidFill>
      </p:bgPr>
    </p:bg>
    <p:spTree>
      <p:nvGrpSpPr>
        <p:cNvPr id="1" name=""/>
        <p:cNvGrpSpPr/>
        <p:nvPr/>
      </p:nvGrpSpPr>
      <p:grpSpPr>
        <a:xfrm>
          <a:off x="0" y="0"/>
          <a:ext cx="0" cy="0"/>
          <a:chOff x="0" y="0"/>
          <a:chExt cx="0" cy="0"/>
        </a:xfrm>
      </p:grpSpPr>
      <p:pic>
        <p:nvPicPr>
          <p:cNvPr id="2" name="Google Shape;9;p2" descr=""/>
          <p:cNvPicPr/>
          <p:nvPr/>
        </p:nvPicPr>
        <p:blipFill>
          <a:blip r:embed="rId2"/>
          <a:stretch/>
        </p:blipFill>
        <p:spPr>
          <a:xfrm>
            <a:off x="0" y="0"/>
            <a:ext cx="9143640" cy="5143320"/>
          </a:xfrm>
          <a:prstGeom prst="rect">
            <a:avLst/>
          </a:prstGeom>
          <a:noFill/>
          <a:ln w="9525">
            <a:solidFill>
              <a:srgbClr val="ffffff"/>
            </a:solidFill>
            <a:round/>
          </a:ln>
          <a:effectLst>
            <a:outerShdw dist="101823" dir="2700000" blurRad="380880" rotWithShape="0">
              <a:srgbClr val="000000">
                <a:alpha val="90000"/>
              </a:srgbClr>
            </a:outerShdw>
          </a:effectLst>
        </p:spPr>
      </p:pic>
      <p:sp>
        <p:nvSpPr>
          <p:cNvPr id="3" name="PlaceHolder 1"/>
          <p:cNvSpPr>
            <a:spLocks noGrp="1"/>
          </p:cNvSpPr>
          <p:nvPr>
            <p:ph type="title"/>
          </p:nvPr>
        </p:nvSpPr>
        <p:spPr>
          <a:xfrm>
            <a:off x="713160" y="539640"/>
            <a:ext cx="7717320" cy="906840"/>
          </a:xfrm>
          <a:prstGeom prst="rect">
            <a:avLst/>
          </a:prstGeom>
          <a:noFill/>
          <a:ln w="0">
            <a:noFill/>
          </a:ln>
        </p:spPr>
        <p:txBody>
          <a:bodyPr lIns="91440" rIns="91440" tIns="91440" bIns="91440" anchor="b">
            <a:noAutofit/>
          </a:bodyPr>
          <a:p>
            <a:pPr indent="0">
              <a:buNone/>
            </a:pPr>
            <a:r>
              <a:rPr b="0" lang="es-ES" sz="5000" strike="noStrike" u="none">
                <a:solidFill>
                  <a:srgbClr val="000000"/>
                </a:solidFill>
                <a:effectLst/>
                <a:uFillTx/>
                <a:latin typeface="Arial"/>
              </a:rPr>
              <a:t>Pulse para editar el formato del texto de título</a:t>
            </a:r>
            <a:endParaRPr b="0" lang="es-ES" sz="5000" strike="noStrike" u="none">
              <a:solidFill>
                <a:srgbClr val="000000"/>
              </a:solidFill>
              <a:effectLst/>
              <a:uFillTx/>
              <a:latin typeface="Arial"/>
            </a:endParaRPr>
          </a:p>
        </p:txBody>
      </p:sp>
      <p:sp>
        <p:nvSpPr>
          <p:cNvPr id="4"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b="0" lang="es-ES" sz="1400" strike="noStrike" u="none">
                <a:solidFill>
                  <a:srgbClr val="000000"/>
                </a:solidFill>
                <a:effectLst/>
                <a:uFillTx/>
                <a:latin typeface="Arial"/>
              </a:rPr>
              <a:t>Pulse para editar el formato de texto del esquema</a:t>
            </a:r>
            <a:endParaRPr b="0" lang="es-ES" sz="1400" strike="noStrike" u="none">
              <a:solidFill>
                <a:srgbClr val="000000"/>
              </a:solidFill>
              <a:effectLst/>
              <a:uFillTx/>
              <a:latin typeface="Arial"/>
            </a:endParaRPr>
          </a:p>
          <a:p>
            <a:pPr lvl="1" marL="864000" indent="-324000">
              <a:spcBef>
                <a:spcPts val="1134"/>
              </a:spcBef>
              <a:buClr>
                <a:srgbClr val="ffffff"/>
              </a:buClr>
              <a:buSzPct val="75000"/>
              <a:buFont typeface="Symbol" charset="2"/>
              <a:buChar char=""/>
            </a:pPr>
            <a:r>
              <a:rPr b="0" lang="es-ES" sz="1400" strike="noStrike" u="none">
                <a:solidFill>
                  <a:srgbClr val="000000"/>
                </a:solidFill>
                <a:effectLst/>
                <a:uFillTx/>
                <a:latin typeface="Arial"/>
              </a:rPr>
              <a:t>Segundo nivel del esquema</a:t>
            </a:r>
            <a:endParaRPr b="0" lang="es-ES" sz="1400" strike="noStrike" u="none">
              <a:solidFill>
                <a:srgbClr val="000000"/>
              </a:solidFill>
              <a:effectLst/>
              <a:uFillTx/>
              <a:latin typeface="Arial"/>
            </a:endParaRPr>
          </a:p>
          <a:p>
            <a:pPr lvl="2" marL="1296000" indent="-288000">
              <a:spcBef>
                <a:spcPts val="850"/>
              </a:spcBef>
              <a:buClr>
                <a:srgbClr val="ffffff"/>
              </a:buClr>
              <a:buSzPct val="45000"/>
              <a:buFont typeface="Wingdings" charset="2"/>
              <a:buChar char=""/>
            </a:pPr>
            <a:r>
              <a:rPr b="0" lang="es-ES" sz="1400" strike="noStrike" u="none">
                <a:solidFill>
                  <a:srgbClr val="000000"/>
                </a:solidFill>
                <a:effectLst/>
                <a:uFillTx/>
                <a:latin typeface="Arial"/>
              </a:rPr>
              <a:t>Tercer nivel del esquema</a:t>
            </a:r>
            <a:endParaRPr b="0" lang="es-ES" sz="1400" strike="noStrike" u="none">
              <a:solidFill>
                <a:srgbClr val="000000"/>
              </a:solidFill>
              <a:effectLst/>
              <a:uFillTx/>
              <a:latin typeface="Arial"/>
            </a:endParaRPr>
          </a:p>
          <a:p>
            <a:pPr lvl="3" marL="1728000" indent="-216000">
              <a:spcBef>
                <a:spcPts val="567"/>
              </a:spcBef>
              <a:buClr>
                <a:srgbClr val="ffffff"/>
              </a:buClr>
              <a:buSzPct val="75000"/>
              <a:buFont typeface="Symbol" charset="2"/>
              <a:buChar char=""/>
            </a:pPr>
            <a:r>
              <a:rPr b="0" lang="es-ES" sz="1400" strike="noStrike" u="none">
                <a:solidFill>
                  <a:srgbClr val="000000"/>
                </a:solidFill>
                <a:effectLst/>
                <a:uFillTx/>
                <a:latin typeface="Arial"/>
              </a:rPr>
              <a:t>Cuarto nivel del esquema</a:t>
            </a:r>
            <a:endParaRPr b="0" lang="es-ES" sz="1400" strike="noStrike" u="none">
              <a:solidFill>
                <a:srgbClr val="000000"/>
              </a:solidFill>
              <a:effectLst/>
              <a:uFillTx/>
              <a:latin typeface="Arial"/>
            </a:endParaRPr>
          </a:p>
          <a:p>
            <a:pPr lvl="4" marL="2160000" indent="-216000">
              <a:spcBef>
                <a:spcPts val="283"/>
              </a:spcBef>
              <a:buClr>
                <a:srgbClr val="ffffff"/>
              </a:buClr>
              <a:buSzPct val="45000"/>
              <a:buFont typeface="Wingdings" charset="2"/>
              <a:buChar char=""/>
            </a:pPr>
            <a:r>
              <a:rPr b="0" lang="es-ES" sz="2000" strike="noStrike" u="none">
                <a:solidFill>
                  <a:srgbClr val="000000"/>
                </a:solidFill>
                <a:effectLst/>
                <a:uFillTx/>
                <a:latin typeface="Arial"/>
              </a:rPr>
              <a:t>Quinto nivel del esquema</a:t>
            </a:r>
            <a:endParaRPr b="0" lang="es-ES" sz="2000" strike="noStrike" u="none">
              <a:solidFill>
                <a:srgbClr val="000000"/>
              </a:solidFill>
              <a:effectLst/>
              <a:uFillTx/>
              <a:latin typeface="Arial"/>
            </a:endParaRPr>
          </a:p>
          <a:p>
            <a:pPr lvl="5" marL="2592000" indent="-216000">
              <a:spcBef>
                <a:spcPts val="283"/>
              </a:spcBef>
              <a:buClr>
                <a:srgbClr val="ffffff"/>
              </a:buClr>
              <a:buSzPct val="45000"/>
              <a:buFont typeface="Wingdings" charset="2"/>
              <a:buChar char=""/>
            </a:pPr>
            <a:r>
              <a:rPr b="0" lang="es-ES" sz="2000" strike="noStrike" u="none">
                <a:solidFill>
                  <a:srgbClr val="000000"/>
                </a:solidFill>
                <a:effectLst/>
                <a:uFillTx/>
                <a:latin typeface="Arial"/>
              </a:rPr>
              <a:t>Sexto nivel del esquema</a:t>
            </a:r>
            <a:endParaRPr b="0" lang="es-ES" sz="2000" strike="noStrike" u="none">
              <a:solidFill>
                <a:srgbClr val="000000"/>
              </a:solidFill>
              <a:effectLst/>
              <a:uFillTx/>
              <a:latin typeface="Arial"/>
            </a:endParaRPr>
          </a:p>
          <a:p>
            <a:pPr lvl="6" marL="3024000" indent="-216000">
              <a:spcBef>
                <a:spcPts val="283"/>
              </a:spcBef>
              <a:buClr>
                <a:srgbClr val="ffffff"/>
              </a:buClr>
              <a:buSzPct val="45000"/>
              <a:buFont typeface="Wingdings" charset="2"/>
              <a:buChar char=""/>
            </a:pPr>
            <a:r>
              <a:rPr b="0" lang="es-ES" sz="2000" strike="noStrike" u="none">
                <a:solidFill>
                  <a:srgbClr val="000000"/>
                </a:solidFill>
                <a:effectLst/>
                <a:uFillTx/>
                <a:latin typeface="Arial"/>
              </a:rPr>
              <a:t>Séptimo nivel del esquema</a:t>
            </a:r>
            <a:endParaRPr b="0" lang="es-ES" sz="2000" strike="noStrike" u="none">
              <a:solidFill>
                <a:srgbClr val="000000"/>
              </a:solidFill>
              <a:effectLst/>
              <a:uFillTx/>
              <a:latin typeface="Arial"/>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IG_NUMBER">
    <p:bg>
      <p:bgPr>
        <a:solidFill>
          <a:schemeClr val="lt1"/>
        </a:solidFill>
      </p:bgPr>
    </p:bg>
    <p:spTree>
      <p:nvGrpSpPr>
        <p:cNvPr id="1" name=""/>
        <p:cNvGrpSpPr/>
        <p:nvPr/>
      </p:nvGrpSpPr>
      <p:grpSpPr>
        <a:xfrm>
          <a:off x="0" y="0"/>
          <a:ext cx="0" cy="0"/>
          <a:chOff x="0" y="0"/>
          <a:chExt cx="0" cy="0"/>
        </a:xfrm>
      </p:grpSpPr>
      <p:pic>
        <p:nvPicPr>
          <p:cNvPr id="5" name="Google Shape;46;p11" descr=""/>
          <p:cNvPicPr/>
          <p:nvPr/>
        </p:nvPicPr>
        <p:blipFill>
          <a:blip r:embed="rId2"/>
          <a:stretch/>
        </p:blipFill>
        <p:spPr>
          <a:xfrm>
            <a:off x="0" y="0"/>
            <a:ext cx="9143640" cy="5143320"/>
          </a:xfrm>
          <a:prstGeom prst="rect">
            <a:avLst/>
          </a:prstGeom>
          <a:noFill/>
          <a:ln w="9525">
            <a:solidFill>
              <a:srgbClr val="ffffff"/>
            </a:solidFill>
            <a:round/>
          </a:ln>
          <a:effectLst>
            <a:outerShdw dist="101823" dir="2700000" blurRad="380880" rotWithShape="0">
              <a:srgbClr val="000000">
                <a:alpha val="90000"/>
              </a:srgbClr>
            </a:outerShdw>
          </a:effectLst>
        </p:spPr>
      </p:pic>
      <p:sp>
        <p:nvSpPr>
          <p:cNvPr id="6" name="PlaceHolder 1"/>
          <p:cNvSpPr>
            <a:spLocks noGrp="1"/>
          </p:cNvSpPr>
          <p:nvPr>
            <p:ph type="title"/>
          </p:nvPr>
        </p:nvSpPr>
        <p:spPr>
          <a:xfrm>
            <a:off x="713160" y="539640"/>
            <a:ext cx="6575760" cy="929520"/>
          </a:xfrm>
          <a:prstGeom prst="rect">
            <a:avLst/>
          </a:prstGeom>
          <a:noFill/>
          <a:ln w="0">
            <a:noFill/>
          </a:ln>
        </p:spPr>
        <p:txBody>
          <a:bodyPr lIns="91440" rIns="91440" tIns="91440" bIns="91440" anchor="b">
            <a:noAutofit/>
          </a:bodyPr>
          <a:p>
            <a:pPr indent="0">
              <a:lnSpc>
                <a:spcPct val="100000"/>
              </a:lnSpc>
              <a:buNone/>
            </a:pPr>
            <a:r>
              <a:rPr b="0" lang="es-ES" sz="6000" strike="noStrike" u="none">
                <a:solidFill>
                  <a:schemeClr val="dk1"/>
                </a:solidFill>
                <a:effectLst/>
                <a:uFillTx/>
                <a:latin typeface="Syne SemiBold"/>
                <a:ea typeface="Syne SemiBold"/>
              </a:rPr>
              <a:t>xx%</a:t>
            </a:r>
            <a:endParaRPr b="0" lang="es-ES" sz="6000" strike="noStrike" u="none">
              <a:solidFill>
                <a:srgbClr val="000000"/>
              </a:solidFill>
              <a:effectLst/>
              <a:uFillTx/>
              <a:latin typeface="Arial"/>
            </a:endParaRPr>
          </a:p>
        </p:txBody>
      </p:sp>
      <p:sp>
        <p:nvSpPr>
          <p:cNvPr id="7"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b="0" lang="es-ES" sz="1400" strike="noStrike" u="none">
                <a:solidFill>
                  <a:srgbClr val="000000"/>
                </a:solidFill>
                <a:effectLst/>
                <a:uFillTx/>
                <a:latin typeface="Arial"/>
              </a:rPr>
              <a:t>Pulse para editar el formato de texto del esquema</a:t>
            </a:r>
            <a:endParaRPr b="0" lang="es-ES" sz="1400" strike="noStrike" u="none">
              <a:solidFill>
                <a:srgbClr val="000000"/>
              </a:solidFill>
              <a:effectLst/>
              <a:uFillTx/>
              <a:latin typeface="Arial"/>
            </a:endParaRPr>
          </a:p>
          <a:p>
            <a:pPr lvl="1" marL="864000" indent="-324000">
              <a:spcBef>
                <a:spcPts val="1134"/>
              </a:spcBef>
              <a:buClr>
                <a:srgbClr val="ffffff"/>
              </a:buClr>
              <a:buSzPct val="75000"/>
              <a:buFont typeface="Symbol" charset="2"/>
              <a:buChar char=""/>
            </a:pPr>
            <a:r>
              <a:rPr b="0" lang="es-ES" sz="1400" strike="noStrike" u="none">
                <a:solidFill>
                  <a:srgbClr val="000000"/>
                </a:solidFill>
                <a:effectLst/>
                <a:uFillTx/>
                <a:latin typeface="Arial"/>
              </a:rPr>
              <a:t>Segundo nivel del esquema</a:t>
            </a:r>
            <a:endParaRPr b="0" lang="es-ES" sz="1400" strike="noStrike" u="none">
              <a:solidFill>
                <a:srgbClr val="000000"/>
              </a:solidFill>
              <a:effectLst/>
              <a:uFillTx/>
              <a:latin typeface="Arial"/>
            </a:endParaRPr>
          </a:p>
          <a:p>
            <a:pPr lvl="2" marL="1296000" indent="-288000">
              <a:spcBef>
                <a:spcPts val="850"/>
              </a:spcBef>
              <a:buClr>
                <a:srgbClr val="ffffff"/>
              </a:buClr>
              <a:buSzPct val="45000"/>
              <a:buFont typeface="Wingdings" charset="2"/>
              <a:buChar char=""/>
            </a:pPr>
            <a:r>
              <a:rPr b="0" lang="es-ES" sz="1400" strike="noStrike" u="none">
                <a:solidFill>
                  <a:srgbClr val="000000"/>
                </a:solidFill>
                <a:effectLst/>
                <a:uFillTx/>
                <a:latin typeface="Arial"/>
              </a:rPr>
              <a:t>Tercer nivel del esquema</a:t>
            </a:r>
            <a:endParaRPr b="0" lang="es-ES" sz="1400" strike="noStrike" u="none">
              <a:solidFill>
                <a:srgbClr val="000000"/>
              </a:solidFill>
              <a:effectLst/>
              <a:uFillTx/>
              <a:latin typeface="Arial"/>
            </a:endParaRPr>
          </a:p>
          <a:p>
            <a:pPr lvl="3" marL="1728000" indent="-216000">
              <a:spcBef>
                <a:spcPts val="567"/>
              </a:spcBef>
              <a:buClr>
                <a:srgbClr val="ffffff"/>
              </a:buClr>
              <a:buSzPct val="75000"/>
              <a:buFont typeface="Symbol" charset="2"/>
              <a:buChar char=""/>
            </a:pPr>
            <a:r>
              <a:rPr b="0" lang="es-ES" sz="1400" strike="noStrike" u="none">
                <a:solidFill>
                  <a:srgbClr val="000000"/>
                </a:solidFill>
                <a:effectLst/>
                <a:uFillTx/>
                <a:latin typeface="Arial"/>
              </a:rPr>
              <a:t>Cuarto nivel del esquema</a:t>
            </a:r>
            <a:endParaRPr b="0" lang="es-ES" sz="1400" strike="noStrike" u="none">
              <a:solidFill>
                <a:srgbClr val="000000"/>
              </a:solidFill>
              <a:effectLst/>
              <a:uFillTx/>
              <a:latin typeface="Arial"/>
            </a:endParaRPr>
          </a:p>
          <a:p>
            <a:pPr lvl="4" marL="2160000" indent="-216000">
              <a:spcBef>
                <a:spcPts val="283"/>
              </a:spcBef>
              <a:buClr>
                <a:srgbClr val="ffffff"/>
              </a:buClr>
              <a:buSzPct val="45000"/>
              <a:buFont typeface="Wingdings" charset="2"/>
              <a:buChar char=""/>
            </a:pPr>
            <a:r>
              <a:rPr b="0" lang="es-ES" sz="2000" strike="noStrike" u="none">
                <a:solidFill>
                  <a:srgbClr val="000000"/>
                </a:solidFill>
                <a:effectLst/>
                <a:uFillTx/>
                <a:latin typeface="Arial"/>
              </a:rPr>
              <a:t>Quinto nivel del esquema</a:t>
            </a:r>
            <a:endParaRPr b="0" lang="es-ES" sz="2000" strike="noStrike" u="none">
              <a:solidFill>
                <a:srgbClr val="000000"/>
              </a:solidFill>
              <a:effectLst/>
              <a:uFillTx/>
              <a:latin typeface="Arial"/>
            </a:endParaRPr>
          </a:p>
          <a:p>
            <a:pPr lvl="5" marL="2592000" indent="-216000">
              <a:spcBef>
                <a:spcPts val="283"/>
              </a:spcBef>
              <a:buClr>
                <a:srgbClr val="ffffff"/>
              </a:buClr>
              <a:buSzPct val="45000"/>
              <a:buFont typeface="Wingdings" charset="2"/>
              <a:buChar char=""/>
            </a:pPr>
            <a:r>
              <a:rPr b="0" lang="es-ES" sz="2000" strike="noStrike" u="none">
                <a:solidFill>
                  <a:srgbClr val="000000"/>
                </a:solidFill>
                <a:effectLst/>
                <a:uFillTx/>
                <a:latin typeface="Arial"/>
              </a:rPr>
              <a:t>Sexto nivel del esquema</a:t>
            </a:r>
            <a:endParaRPr b="0" lang="es-ES" sz="2000" strike="noStrike" u="none">
              <a:solidFill>
                <a:srgbClr val="000000"/>
              </a:solidFill>
              <a:effectLst/>
              <a:uFillTx/>
              <a:latin typeface="Arial"/>
            </a:endParaRPr>
          </a:p>
          <a:p>
            <a:pPr lvl="6" marL="3024000" indent="-216000">
              <a:spcBef>
                <a:spcPts val="283"/>
              </a:spcBef>
              <a:buClr>
                <a:srgbClr val="ffffff"/>
              </a:buClr>
              <a:buSzPct val="45000"/>
              <a:buFont typeface="Wingdings" charset="2"/>
              <a:buChar char=""/>
            </a:pPr>
            <a:r>
              <a:rPr b="0" lang="es-ES" sz="2000" strike="noStrike" u="none">
                <a:solidFill>
                  <a:srgbClr val="000000"/>
                </a:solidFill>
                <a:effectLst/>
                <a:uFillTx/>
                <a:latin typeface="Arial"/>
              </a:rPr>
              <a:t>Séptimo nivel del esquema</a:t>
            </a:r>
            <a:endParaRPr b="0" lang="es-ES" sz="2000" strike="noStrike" u="none">
              <a:solidFill>
                <a:srgbClr val="000000"/>
              </a:solidFill>
              <a:effectLst/>
              <a:uFillTx/>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rgbClr val="ffffff"/>
        </a:solidFill>
      </p:bgPr>
    </p:bg>
    <p:spTree>
      <p:nvGrpSpPr>
        <p:cNvPr id="1" name=""/>
        <p:cNvGrpSpPr/>
        <p:nvPr/>
      </p:nvGrpSpPr>
      <p:grpSpPr>
        <a:xfrm>
          <a:off x="0" y="0"/>
          <a:ext cx="0" cy="0"/>
          <a:chOff x="0" y="0"/>
          <a:chExt cx="0" cy="0"/>
        </a:xfrm>
      </p:grpSpPr>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_1_1_1_1_1_1">
    <p:bg>
      <p:bgPr>
        <a:solidFill>
          <a:schemeClr val="lt1"/>
        </a:solidFill>
      </p:bgPr>
    </p:bg>
    <p:spTree>
      <p:nvGrpSpPr>
        <p:cNvPr id="1" name=""/>
        <p:cNvGrpSpPr/>
        <p:nvPr/>
      </p:nvGrpSpPr>
      <p:grpSpPr>
        <a:xfrm>
          <a:off x="0" y="0"/>
          <a:ext cx="0" cy="0"/>
          <a:chOff x="0" y="0"/>
          <a:chExt cx="0" cy="0"/>
        </a:xfrm>
      </p:grpSpPr>
      <p:pic>
        <p:nvPicPr>
          <p:cNvPr id="8" name="Google Shape;51;p13" descr=""/>
          <p:cNvPicPr/>
          <p:nvPr/>
        </p:nvPicPr>
        <p:blipFill>
          <a:blip r:embed="rId2"/>
          <a:stretch/>
        </p:blipFill>
        <p:spPr>
          <a:xfrm>
            <a:off x="0" y="0"/>
            <a:ext cx="9143640" cy="5143320"/>
          </a:xfrm>
          <a:prstGeom prst="rect">
            <a:avLst/>
          </a:prstGeom>
          <a:noFill/>
          <a:ln w="9525">
            <a:solidFill>
              <a:srgbClr val="ffffff"/>
            </a:solidFill>
            <a:round/>
          </a:ln>
          <a:effectLst>
            <a:outerShdw dist="101823" dir="2700000" blurRad="380880" rotWithShape="0">
              <a:srgbClr val="000000">
                <a:alpha val="90000"/>
              </a:srgbClr>
            </a:outerShdw>
          </a:effectLst>
        </p:spPr>
      </p:pic>
      <p:sp>
        <p:nvSpPr>
          <p:cNvPr id="9" name="PlaceHolder 1"/>
          <p:cNvSpPr>
            <a:spLocks noGrp="1"/>
          </p:cNvSpPr>
          <p:nvPr>
            <p:ph type="title"/>
          </p:nvPr>
        </p:nvSpPr>
        <p:spPr>
          <a:xfrm>
            <a:off x="713160" y="539640"/>
            <a:ext cx="3686040" cy="619920"/>
          </a:xfrm>
          <a:prstGeom prst="rect">
            <a:avLst/>
          </a:prstGeom>
          <a:noFill/>
          <a:ln w="0">
            <a:noFill/>
          </a:ln>
        </p:spPr>
        <p:txBody>
          <a:bodyPr lIns="91440" rIns="91440" tIns="91440" bIns="91440" anchor="t">
            <a:noAutofit/>
          </a:bodyPr>
          <a:p>
            <a:pPr indent="0">
              <a:buNone/>
            </a:pPr>
            <a:r>
              <a:rPr b="0" lang="es-ES" sz="3000" strike="noStrike" u="none">
                <a:solidFill>
                  <a:srgbClr val="000000"/>
                </a:solidFill>
                <a:effectLst/>
                <a:uFillTx/>
                <a:latin typeface="Arial"/>
              </a:rPr>
              <a:t>Pulse para editar el formato del texto de título</a:t>
            </a:r>
            <a:endParaRPr b="0" lang="es-ES" sz="3000" strike="noStrike" u="none">
              <a:solidFill>
                <a:srgbClr val="000000"/>
              </a:solidFill>
              <a:effectLst/>
              <a:uFillTx/>
              <a:latin typeface="Arial"/>
            </a:endParaRPr>
          </a:p>
        </p:txBody>
      </p:sp>
      <p:sp>
        <p:nvSpPr>
          <p:cNvPr id="10" name="PlaceHolder 2"/>
          <p:cNvSpPr>
            <a:spLocks noGrp="1"/>
          </p:cNvSpPr>
          <p:nvPr>
            <p:ph type="title"/>
          </p:nvPr>
        </p:nvSpPr>
        <p:spPr>
          <a:xfrm>
            <a:off x="4494600" y="1951200"/>
            <a:ext cx="1013040" cy="619920"/>
          </a:xfrm>
          <a:prstGeom prst="rect">
            <a:avLst/>
          </a:prstGeom>
          <a:noFill/>
          <a:ln w="0">
            <a:noFill/>
          </a:ln>
        </p:spPr>
        <p:txBody>
          <a:bodyPr lIns="91440" rIns="91440" tIns="91440" bIns="91440" anchor="ctr">
            <a:noAutofit/>
          </a:bodyPr>
          <a:p>
            <a:pPr indent="0" algn="r">
              <a:lnSpc>
                <a:spcPct val="100000"/>
              </a:lnSpc>
              <a:buNone/>
            </a:pPr>
            <a:r>
              <a:rPr b="0" lang="es-ES" sz="2600" strike="noStrike" u="none">
                <a:solidFill>
                  <a:schemeClr val="dk1"/>
                </a:solidFill>
                <a:effectLst/>
                <a:uFillTx/>
                <a:latin typeface="Syne Medium"/>
                <a:ea typeface="Syne Medium"/>
              </a:rPr>
              <a:t>xx%</a:t>
            </a:r>
            <a:endParaRPr b="0" lang="es-ES" sz="2600" strike="noStrike" u="none">
              <a:solidFill>
                <a:srgbClr val="000000"/>
              </a:solidFill>
              <a:effectLst/>
              <a:uFillTx/>
              <a:latin typeface="Arial"/>
            </a:endParaRPr>
          </a:p>
        </p:txBody>
      </p:sp>
      <p:sp>
        <p:nvSpPr>
          <p:cNvPr id="11" name="PlaceHolder 3"/>
          <p:cNvSpPr>
            <a:spLocks noGrp="1"/>
          </p:cNvSpPr>
          <p:nvPr>
            <p:ph type="title"/>
          </p:nvPr>
        </p:nvSpPr>
        <p:spPr>
          <a:xfrm>
            <a:off x="4494600" y="3306240"/>
            <a:ext cx="1013040" cy="619920"/>
          </a:xfrm>
          <a:prstGeom prst="rect">
            <a:avLst/>
          </a:prstGeom>
          <a:noFill/>
          <a:ln w="0">
            <a:noFill/>
          </a:ln>
        </p:spPr>
        <p:txBody>
          <a:bodyPr lIns="91440" rIns="91440" tIns="91440" bIns="91440" anchor="ctr">
            <a:noAutofit/>
          </a:bodyPr>
          <a:p>
            <a:pPr indent="0" algn="r">
              <a:lnSpc>
                <a:spcPct val="100000"/>
              </a:lnSpc>
              <a:buNone/>
            </a:pPr>
            <a:r>
              <a:rPr b="0" lang="es-ES" sz="2600" strike="noStrike" u="none">
                <a:solidFill>
                  <a:schemeClr val="dk1"/>
                </a:solidFill>
                <a:effectLst/>
                <a:uFillTx/>
                <a:latin typeface="Syne Medium"/>
                <a:ea typeface="Syne Medium"/>
              </a:rPr>
              <a:t>xx%</a:t>
            </a:r>
            <a:endParaRPr b="0" lang="es-ES" sz="2600" strike="noStrike" u="none">
              <a:solidFill>
                <a:srgbClr val="000000"/>
              </a:solidFill>
              <a:effectLst/>
              <a:uFillTx/>
              <a:latin typeface="Arial"/>
            </a:endParaRPr>
          </a:p>
        </p:txBody>
      </p:sp>
      <p:sp>
        <p:nvSpPr>
          <p:cNvPr id="12" name="PlaceHolder 4"/>
          <p:cNvSpPr>
            <a:spLocks noGrp="1"/>
          </p:cNvSpPr>
          <p:nvPr>
            <p:ph type="title"/>
          </p:nvPr>
        </p:nvSpPr>
        <p:spPr>
          <a:xfrm>
            <a:off x="4494600" y="2628720"/>
            <a:ext cx="1013040" cy="619920"/>
          </a:xfrm>
          <a:prstGeom prst="rect">
            <a:avLst/>
          </a:prstGeom>
          <a:noFill/>
          <a:ln w="0">
            <a:noFill/>
          </a:ln>
        </p:spPr>
        <p:txBody>
          <a:bodyPr lIns="91440" rIns="91440" tIns="91440" bIns="91440" anchor="ctr">
            <a:noAutofit/>
          </a:bodyPr>
          <a:p>
            <a:pPr indent="0" algn="r">
              <a:lnSpc>
                <a:spcPct val="100000"/>
              </a:lnSpc>
              <a:buNone/>
            </a:pPr>
            <a:r>
              <a:rPr b="0" lang="es-ES" sz="2600" strike="noStrike" u="none">
                <a:solidFill>
                  <a:schemeClr val="dk1"/>
                </a:solidFill>
                <a:effectLst/>
                <a:uFillTx/>
                <a:latin typeface="Syne Medium"/>
                <a:ea typeface="Syne Medium"/>
              </a:rPr>
              <a:t>xx%</a:t>
            </a:r>
            <a:endParaRPr b="0" lang="es-ES" sz="2600" strike="noStrike" u="none">
              <a:solidFill>
                <a:srgbClr val="000000"/>
              </a:solidFill>
              <a:effectLst/>
              <a:uFillTx/>
              <a:latin typeface="Arial"/>
            </a:endParaRPr>
          </a:p>
        </p:txBody>
      </p:sp>
      <p:sp>
        <p:nvSpPr>
          <p:cNvPr id="13" name="PlaceHolder 5"/>
          <p:cNvSpPr>
            <a:spLocks noGrp="1"/>
          </p:cNvSpPr>
          <p:nvPr>
            <p:ph type="title"/>
          </p:nvPr>
        </p:nvSpPr>
        <p:spPr>
          <a:xfrm>
            <a:off x="4494600" y="3983760"/>
            <a:ext cx="1013040" cy="619920"/>
          </a:xfrm>
          <a:prstGeom prst="rect">
            <a:avLst/>
          </a:prstGeom>
          <a:noFill/>
          <a:ln w="0">
            <a:noFill/>
          </a:ln>
        </p:spPr>
        <p:txBody>
          <a:bodyPr lIns="91440" rIns="91440" tIns="91440" bIns="91440" anchor="ctr">
            <a:noAutofit/>
          </a:bodyPr>
          <a:p>
            <a:pPr indent="0" algn="r">
              <a:lnSpc>
                <a:spcPct val="100000"/>
              </a:lnSpc>
              <a:buNone/>
            </a:pPr>
            <a:r>
              <a:rPr b="0" lang="es-ES" sz="2600" strike="noStrike" u="none">
                <a:solidFill>
                  <a:schemeClr val="dk1"/>
                </a:solidFill>
                <a:effectLst/>
                <a:uFillTx/>
                <a:latin typeface="Syne Medium"/>
                <a:ea typeface="Syne Medium"/>
              </a:rPr>
              <a:t>xx%</a:t>
            </a:r>
            <a:endParaRPr b="0" lang="es-ES" sz="2600" strike="noStrike" u="none">
              <a:solidFill>
                <a:srgbClr val="000000"/>
              </a:solidFill>
              <a:effectLst/>
              <a:uFillTx/>
              <a:latin typeface="Arial"/>
            </a:endParaRPr>
          </a:p>
        </p:txBody>
      </p:sp>
      <p:sp>
        <p:nvSpPr>
          <p:cNvPr id="14" name="PlaceHolder 6"/>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b="0" lang="es-ES" sz="1400" strike="noStrike" u="none">
                <a:solidFill>
                  <a:srgbClr val="000000"/>
                </a:solidFill>
                <a:effectLst/>
                <a:uFillTx/>
                <a:latin typeface="Arial"/>
              </a:rPr>
              <a:t>Pulse para editar el formato de texto del esquema</a:t>
            </a:r>
            <a:endParaRPr b="0" lang="es-ES" sz="1400" strike="noStrike" u="none">
              <a:solidFill>
                <a:srgbClr val="000000"/>
              </a:solidFill>
              <a:effectLst/>
              <a:uFillTx/>
              <a:latin typeface="Arial"/>
            </a:endParaRPr>
          </a:p>
          <a:p>
            <a:pPr lvl="1" marL="864000" indent="-324000">
              <a:spcBef>
                <a:spcPts val="1134"/>
              </a:spcBef>
              <a:buClr>
                <a:srgbClr val="ffffff"/>
              </a:buClr>
              <a:buSzPct val="75000"/>
              <a:buFont typeface="Symbol" charset="2"/>
              <a:buChar char=""/>
            </a:pPr>
            <a:r>
              <a:rPr b="0" lang="es-ES" sz="1400" strike="noStrike" u="none">
                <a:solidFill>
                  <a:srgbClr val="000000"/>
                </a:solidFill>
                <a:effectLst/>
                <a:uFillTx/>
                <a:latin typeface="Arial"/>
              </a:rPr>
              <a:t>Segundo nivel del esquema</a:t>
            </a:r>
            <a:endParaRPr b="0" lang="es-ES" sz="1400" strike="noStrike" u="none">
              <a:solidFill>
                <a:srgbClr val="000000"/>
              </a:solidFill>
              <a:effectLst/>
              <a:uFillTx/>
              <a:latin typeface="Arial"/>
            </a:endParaRPr>
          </a:p>
          <a:p>
            <a:pPr lvl="2" marL="1296000" indent="-288000">
              <a:spcBef>
                <a:spcPts val="850"/>
              </a:spcBef>
              <a:buClr>
                <a:srgbClr val="ffffff"/>
              </a:buClr>
              <a:buSzPct val="45000"/>
              <a:buFont typeface="Wingdings" charset="2"/>
              <a:buChar char=""/>
            </a:pPr>
            <a:r>
              <a:rPr b="0" lang="es-ES" sz="1400" strike="noStrike" u="none">
                <a:solidFill>
                  <a:srgbClr val="000000"/>
                </a:solidFill>
                <a:effectLst/>
                <a:uFillTx/>
                <a:latin typeface="Arial"/>
              </a:rPr>
              <a:t>Tercer nivel del esquema</a:t>
            </a:r>
            <a:endParaRPr b="0" lang="es-ES" sz="1400" strike="noStrike" u="none">
              <a:solidFill>
                <a:srgbClr val="000000"/>
              </a:solidFill>
              <a:effectLst/>
              <a:uFillTx/>
              <a:latin typeface="Arial"/>
            </a:endParaRPr>
          </a:p>
          <a:p>
            <a:pPr lvl="3" marL="1728000" indent="-216000">
              <a:spcBef>
                <a:spcPts val="567"/>
              </a:spcBef>
              <a:buClr>
                <a:srgbClr val="ffffff"/>
              </a:buClr>
              <a:buSzPct val="75000"/>
              <a:buFont typeface="Symbol" charset="2"/>
              <a:buChar char=""/>
            </a:pPr>
            <a:r>
              <a:rPr b="0" lang="es-ES" sz="1400" strike="noStrike" u="none">
                <a:solidFill>
                  <a:srgbClr val="000000"/>
                </a:solidFill>
                <a:effectLst/>
                <a:uFillTx/>
                <a:latin typeface="Arial"/>
              </a:rPr>
              <a:t>Cuarto nivel del esquema</a:t>
            </a:r>
            <a:endParaRPr b="0" lang="es-ES" sz="1400" strike="noStrike" u="none">
              <a:solidFill>
                <a:srgbClr val="000000"/>
              </a:solidFill>
              <a:effectLst/>
              <a:uFillTx/>
              <a:latin typeface="Arial"/>
            </a:endParaRPr>
          </a:p>
          <a:p>
            <a:pPr lvl="4" marL="2160000" indent="-216000">
              <a:spcBef>
                <a:spcPts val="283"/>
              </a:spcBef>
              <a:buClr>
                <a:srgbClr val="ffffff"/>
              </a:buClr>
              <a:buSzPct val="45000"/>
              <a:buFont typeface="Wingdings" charset="2"/>
              <a:buChar char=""/>
            </a:pPr>
            <a:r>
              <a:rPr b="0" lang="es-ES" sz="2000" strike="noStrike" u="none">
                <a:solidFill>
                  <a:srgbClr val="000000"/>
                </a:solidFill>
                <a:effectLst/>
                <a:uFillTx/>
                <a:latin typeface="Arial"/>
              </a:rPr>
              <a:t>Quinto nivel del esquema</a:t>
            </a:r>
            <a:endParaRPr b="0" lang="es-ES" sz="2000" strike="noStrike" u="none">
              <a:solidFill>
                <a:srgbClr val="000000"/>
              </a:solidFill>
              <a:effectLst/>
              <a:uFillTx/>
              <a:latin typeface="Arial"/>
            </a:endParaRPr>
          </a:p>
          <a:p>
            <a:pPr lvl="5" marL="2592000" indent="-216000">
              <a:spcBef>
                <a:spcPts val="283"/>
              </a:spcBef>
              <a:buClr>
                <a:srgbClr val="ffffff"/>
              </a:buClr>
              <a:buSzPct val="45000"/>
              <a:buFont typeface="Wingdings" charset="2"/>
              <a:buChar char=""/>
            </a:pPr>
            <a:r>
              <a:rPr b="0" lang="es-ES" sz="2000" strike="noStrike" u="none">
                <a:solidFill>
                  <a:srgbClr val="000000"/>
                </a:solidFill>
                <a:effectLst/>
                <a:uFillTx/>
                <a:latin typeface="Arial"/>
              </a:rPr>
              <a:t>Sexto nivel del esquema</a:t>
            </a:r>
            <a:endParaRPr b="0" lang="es-ES" sz="2000" strike="noStrike" u="none">
              <a:solidFill>
                <a:srgbClr val="000000"/>
              </a:solidFill>
              <a:effectLst/>
              <a:uFillTx/>
              <a:latin typeface="Arial"/>
            </a:endParaRPr>
          </a:p>
          <a:p>
            <a:pPr lvl="6" marL="3024000" indent="-216000">
              <a:spcBef>
                <a:spcPts val="283"/>
              </a:spcBef>
              <a:buClr>
                <a:srgbClr val="ffffff"/>
              </a:buClr>
              <a:buSzPct val="45000"/>
              <a:buFont typeface="Wingdings" charset="2"/>
              <a:buChar char=""/>
            </a:pPr>
            <a:r>
              <a:rPr b="0" lang="es-ES" sz="2000" strike="noStrike" u="none">
                <a:solidFill>
                  <a:srgbClr val="000000"/>
                </a:solidFill>
                <a:effectLst/>
                <a:uFillTx/>
                <a:latin typeface="Arial"/>
              </a:rPr>
              <a:t>Séptimo nivel del esquema</a:t>
            </a:r>
            <a:endParaRPr b="0" lang="es-ES" sz="2000" strike="noStrike" u="none">
              <a:solidFill>
                <a:srgbClr val="000000"/>
              </a:solidFill>
              <a:effectLst/>
              <a:uFillTx/>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10">
    <p:bg>
      <p:bgPr>
        <a:solidFill>
          <a:schemeClr val="lt1"/>
        </a:solidFill>
      </p:bgPr>
    </p:bg>
    <p:spTree>
      <p:nvGrpSpPr>
        <p:cNvPr id="1" name=""/>
        <p:cNvGrpSpPr/>
        <p:nvPr/>
      </p:nvGrpSpPr>
      <p:grpSpPr>
        <a:xfrm>
          <a:off x="0" y="0"/>
          <a:ext cx="0" cy="0"/>
          <a:chOff x="0" y="0"/>
          <a:chExt cx="0" cy="0"/>
        </a:xfrm>
      </p:grpSpPr>
      <p:pic>
        <p:nvPicPr>
          <p:cNvPr id="15" name="Google Shape;62;p14" descr=""/>
          <p:cNvPicPr/>
          <p:nvPr/>
        </p:nvPicPr>
        <p:blipFill>
          <a:blip r:embed="rId2"/>
          <a:stretch/>
        </p:blipFill>
        <p:spPr>
          <a:xfrm>
            <a:off x="0" y="0"/>
            <a:ext cx="9143640" cy="5143320"/>
          </a:xfrm>
          <a:prstGeom prst="rect">
            <a:avLst/>
          </a:prstGeom>
          <a:noFill/>
          <a:ln w="9525">
            <a:solidFill>
              <a:srgbClr val="ffffff"/>
            </a:solidFill>
            <a:round/>
          </a:ln>
          <a:effectLst>
            <a:outerShdw dist="101823" dir="2700000" blurRad="380880" rotWithShape="0">
              <a:srgbClr val="000000">
                <a:alpha val="90000"/>
              </a:srgbClr>
            </a:outerShdw>
          </a:effectLst>
        </p:spPr>
      </p:pic>
      <p:sp>
        <p:nvSpPr>
          <p:cNvPr id="16" name="PlaceHolder 1"/>
          <p:cNvSpPr>
            <a:spLocks noGrp="1"/>
          </p:cNvSpPr>
          <p:nvPr>
            <p:ph type="title"/>
          </p:nvPr>
        </p:nvSpPr>
        <p:spPr>
          <a:xfrm>
            <a:off x="811800" y="539640"/>
            <a:ext cx="7618320" cy="572400"/>
          </a:xfrm>
          <a:prstGeom prst="rect">
            <a:avLst/>
          </a:prstGeom>
          <a:noFill/>
          <a:ln w="0">
            <a:noFill/>
          </a:ln>
        </p:spPr>
        <p:txBody>
          <a:bodyPr lIns="91440" rIns="91440" tIns="91440" bIns="91440" anchor="b">
            <a:noAutofit/>
          </a:bodyPr>
          <a:p>
            <a:pPr indent="0">
              <a:buNone/>
            </a:pPr>
            <a:r>
              <a:rPr b="0" lang="es-ES" sz="2600" strike="noStrike" u="none">
                <a:solidFill>
                  <a:srgbClr val="000000"/>
                </a:solidFill>
                <a:effectLst/>
                <a:uFillTx/>
                <a:latin typeface="Arial"/>
              </a:rPr>
              <a:t>Pulse para editar el formato del texto de título</a:t>
            </a:r>
            <a:endParaRPr b="0" lang="es-ES" sz="2600" strike="noStrike" u="none">
              <a:solidFill>
                <a:srgbClr val="000000"/>
              </a:solidFill>
              <a:effectLst/>
              <a:uFillTx/>
              <a:latin typeface="Arial"/>
            </a:endParaRPr>
          </a:p>
        </p:txBody>
      </p:sp>
      <p:sp>
        <p:nvSpPr>
          <p:cNvPr id="17" name="PlaceHolder 2"/>
          <p:cNvSpPr>
            <a:spLocks noGrp="1"/>
          </p:cNvSpPr>
          <p:nvPr>
            <p:ph type="body"/>
          </p:nvPr>
        </p:nvSpPr>
        <p:spPr>
          <a:xfrm>
            <a:off x="0" y="1476720"/>
            <a:ext cx="4294440" cy="3666240"/>
          </a:xfrm>
          <a:prstGeom prst="rect">
            <a:avLst/>
          </a:prstGeom>
          <a:noFill/>
          <a:ln w="0">
            <a:noFill/>
          </a:ln>
        </p:spPr>
        <p:txBody>
          <a:bodyPr lIns="90000" rIns="90000" tIns="45000" bIns="45000" anchor="t">
            <a:normAutofit lnSpcReduction="9999"/>
          </a:bodyPr>
          <a:p>
            <a:pPr marL="432000" indent="-324000">
              <a:spcBef>
                <a:spcPts val="1417"/>
              </a:spcBef>
              <a:buClr>
                <a:srgbClr val="ffffff"/>
              </a:buClr>
              <a:buSzPct val="45000"/>
              <a:buFont typeface="Wingdings" charset="2"/>
              <a:buChar char=""/>
            </a:pPr>
            <a:r>
              <a:rPr b="0" lang="es-ES" sz="1800" strike="noStrike" u="none">
                <a:solidFill>
                  <a:srgbClr val="000000"/>
                </a:solidFill>
                <a:effectLst/>
                <a:uFillTx/>
                <a:latin typeface="Arial"/>
              </a:rPr>
              <a:t>Pulse para editar el formato de texto del esquema</a:t>
            </a:r>
            <a:endParaRPr b="0" lang="es-ES" sz="1800" strike="noStrike" u="none">
              <a:solidFill>
                <a:srgbClr val="000000"/>
              </a:solidFill>
              <a:effectLst/>
              <a:uFillTx/>
              <a:latin typeface="Arial"/>
            </a:endParaRPr>
          </a:p>
          <a:p>
            <a:pPr lvl="1" marL="864000" indent="-324000">
              <a:spcBef>
                <a:spcPts val="1134"/>
              </a:spcBef>
              <a:buClr>
                <a:srgbClr val="ffffff"/>
              </a:buClr>
              <a:buSzPct val="75000"/>
              <a:buFont typeface="Symbol" charset="2"/>
              <a:buChar char=""/>
            </a:pPr>
            <a:r>
              <a:rPr b="0" lang="es-ES" sz="1800" strike="noStrike" u="none">
                <a:solidFill>
                  <a:srgbClr val="000000"/>
                </a:solidFill>
                <a:effectLst/>
                <a:uFillTx/>
                <a:latin typeface="Arial"/>
              </a:rPr>
              <a:t>Segundo nivel del esquema</a:t>
            </a:r>
            <a:endParaRPr b="0" lang="es-ES" sz="1800" strike="noStrike" u="none">
              <a:solidFill>
                <a:srgbClr val="000000"/>
              </a:solidFill>
              <a:effectLst/>
              <a:uFillTx/>
              <a:latin typeface="Arial"/>
            </a:endParaRPr>
          </a:p>
          <a:p>
            <a:pPr lvl="2" marL="1296000" indent="-288000">
              <a:spcBef>
                <a:spcPts val="850"/>
              </a:spcBef>
              <a:buClr>
                <a:srgbClr val="ffffff"/>
              </a:buClr>
              <a:buSzPct val="45000"/>
              <a:buFont typeface="Wingdings" charset="2"/>
              <a:buChar char=""/>
            </a:pPr>
            <a:r>
              <a:rPr b="0" lang="es-ES" sz="1800" strike="noStrike" u="none">
                <a:solidFill>
                  <a:srgbClr val="000000"/>
                </a:solidFill>
                <a:effectLst/>
                <a:uFillTx/>
                <a:latin typeface="Arial"/>
              </a:rPr>
              <a:t>Tercer nivel del esquema</a:t>
            </a:r>
            <a:endParaRPr b="0" lang="es-ES" sz="1800" strike="noStrike" u="none">
              <a:solidFill>
                <a:srgbClr val="000000"/>
              </a:solidFill>
              <a:effectLst/>
              <a:uFillTx/>
              <a:latin typeface="Arial"/>
            </a:endParaRPr>
          </a:p>
          <a:p>
            <a:pPr lvl="3" marL="1728000" indent="-216000">
              <a:spcBef>
                <a:spcPts val="567"/>
              </a:spcBef>
              <a:buClr>
                <a:srgbClr val="ffffff"/>
              </a:buClr>
              <a:buSzPct val="75000"/>
              <a:buFont typeface="Symbol" charset="2"/>
              <a:buChar char=""/>
            </a:pPr>
            <a:r>
              <a:rPr b="0" lang="es-ES" sz="1800" strike="noStrike" u="none">
                <a:solidFill>
                  <a:srgbClr val="000000"/>
                </a:solidFill>
                <a:effectLst/>
                <a:uFillTx/>
                <a:latin typeface="Arial"/>
              </a:rPr>
              <a:t>Cuarto nivel del esquema</a:t>
            </a:r>
            <a:endParaRPr b="0" lang="es-ES" sz="1800" strike="noStrike" u="none">
              <a:solidFill>
                <a:srgbClr val="000000"/>
              </a:solidFill>
              <a:effectLst/>
              <a:uFillTx/>
              <a:latin typeface="Arial"/>
            </a:endParaRPr>
          </a:p>
          <a:p>
            <a:pPr lvl="4" marL="2160000" indent="-216000">
              <a:spcBef>
                <a:spcPts val="283"/>
              </a:spcBef>
              <a:buClr>
                <a:srgbClr val="ffffff"/>
              </a:buClr>
              <a:buSzPct val="45000"/>
              <a:buFont typeface="Wingdings" charset="2"/>
              <a:buChar char=""/>
            </a:pPr>
            <a:r>
              <a:rPr b="0" lang="es-ES" sz="1800" strike="noStrike" u="none">
                <a:solidFill>
                  <a:srgbClr val="000000"/>
                </a:solidFill>
                <a:effectLst/>
                <a:uFillTx/>
                <a:latin typeface="Arial"/>
              </a:rPr>
              <a:t>Quinto nivel del esquema</a:t>
            </a:r>
            <a:endParaRPr b="0" lang="es-ES" sz="1800" strike="noStrike" u="none">
              <a:solidFill>
                <a:srgbClr val="000000"/>
              </a:solidFill>
              <a:effectLst/>
              <a:uFillTx/>
              <a:latin typeface="Arial"/>
            </a:endParaRPr>
          </a:p>
          <a:p>
            <a:pPr lvl="5" marL="2592000" indent="-216000">
              <a:spcBef>
                <a:spcPts val="283"/>
              </a:spcBef>
              <a:buClr>
                <a:srgbClr val="ffffff"/>
              </a:buClr>
              <a:buSzPct val="45000"/>
              <a:buFont typeface="Wingdings" charset="2"/>
              <a:buChar char=""/>
            </a:pPr>
            <a:r>
              <a:rPr b="0" lang="es-ES" sz="1800" strike="noStrike" u="none">
                <a:solidFill>
                  <a:srgbClr val="000000"/>
                </a:solidFill>
                <a:effectLst/>
                <a:uFillTx/>
                <a:latin typeface="Arial"/>
              </a:rPr>
              <a:t>Sexto nivel del esquema</a:t>
            </a:r>
            <a:endParaRPr b="0" lang="es-ES" sz="1800" strike="noStrike" u="none">
              <a:solidFill>
                <a:srgbClr val="000000"/>
              </a:solidFill>
              <a:effectLst/>
              <a:uFillTx/>
              <a:latin typeface="Arial"/>
            </a:endParaRPr>
          </a:p>
          <a:p>
            <a:pPr lvl="6" marL="3024000" indent="-216000">
              <a:spcBef>
                <a:spcPts val="283"/>
              </a:spcBef>
              <a:buClr>
                <a:srgbClr val="ffffff"/>
              </a:buClr>
              <a:buSzPct val="45000"/>
              <a:buFont typeface="Wingdings" charset="2"/>
              <a:buChar char=""/>
            </a:pPr>
            <a:r>
              <a:rPr b="0" lang="es-ES" sz="1800" strike="noStrike" u="none">
                <a:solidFill>
                  <a:srgbClr val="000000"/>
                </a:solidFill>
                <a:effectLst/>
                <a:uFillTx/>
                <a:latin typeface="Arial"/>
              </a:rPr>
              <a:t>Séptimo nivel del esquema</a:t>
            </a:r>
            <a:endParaRPr b="0" lang="es-ES" sz="1800" strike="noStrike" u="none">
              <a:solidFill>
                <a:srgbClr val="000000"/>
              </a:solidFill>
              <a:effectLst/>
              <a:uFillTx/>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10_1">
    <p:bg>
      <p:bgPr>
        <a:solidFill>
          <a:schemeClr val="lt1"/>
        </a:solidFill>
      </p:bgPr>
    </p:bg>
    <p:spTree>
      <p:nvGrpSpPr>
        <p:cNvPr id="1" name=""/>
        <p:cNvGrpSpPr/>
        <p:nvPr/>
      </p:nvGrpSpPr>
      <p:grpSpPr>
        <a:xfrm>
          <a:off x="0" y="0"/>
          <a:ext cx="0" cy="0"/>
          <a:chOff x="0" y="0"/>
          <a:chExt cx="0" cy="0"/>
        </a:xfrm>
      </p:grpSpPr>
      <p:pic>
        <p:nvPicPr>
          <p:cNvPr id="18" name="Google Shape;67;p15" descr=""/>
          <p:cNvPicPr/>
          <p:nvPr/>
        </p:nvPicPr>
        <p:blipFill>
          <a:blip r:embed="rId2"/>
          <a:stretch/>
        </p:blipFill>
        <p:spPr>
          <a:xfrm>
            <a:off x="0" y="0"/>
            <a:ext cx="9143640" cy="5143320"/>
          </a:xfrm>
          <a:prstGeom prst="rect">
            <a:avLst/>
          </a:prstGeom>
          <a:noFill/>
          <a:ln w="9525">
            <a:solidFill>
              <a:srgbClr val="ffffff"/>
            </a:solidFill>
            <a:round/>
          </a:ln>
          <a:effectLst>
            <a:outerShdw dist="101823" dir="2700000" blurRad="380880" rotWithShape="0">
              <a:srgbClr val="000000">
                <a:alpha val="90000"/>
              </a:srgbClr>
            </a:outerShdw>
          </a:effectLst>
        </p:spPr>
      </p:pic>
      <p:sp>
        <p:nvSpPr>
          <p:cNvPr id="19" name="PlaceHolder 1"/>
          <p:cNvSpPr>
            <a:spLocks noGrp="1"/>
          </p:cNvSpPr>
          <p:nvPr>
            <p:ph type="title"/>
          </p:nvPr>
        </p:nvSpPr>
        <p:spPr>
          <a:xfrm>
            <a:off x="762840" y="794520"/>
            <a:ext cx="7618320" cy="698040"/>
          </a:xfrm>
          <a:prstGeom prst="rect">
            <a:avLst/>
          </a:prstGeom>
          <a:noFill/>
          <a:ln w="0">
            <a:noFill/>
          </a:ln>
        </p:spPr>
        <p:txBody>
          <a:bodyPr lIns="91440" rIns="91440" tIns="91440" bIns="91440" anchor="t">
            <a:noAutofit/>
          </a:bodyPr>
          <a:p>
            <a:pPr indent="0">
              <a:buNone/>
            </a:pPr>
            <a:r>
              <a:rPr b="0" lang="es-ES" sz="4000" strike="noStrike" u="none">
                <a:solidFill>
                  <a:srgbClr val="000000"/>
                </a:solidFill>
                <a:effectLst/>
                <a:uFillTx/>
                <a:latin typeface="Arial"/>
              </a:rPr>
              <a:t>Pulse para editar el formato del texto de título</a:t>
            </a:r>
            <a:endParaRPr b="0" lang="es-ES" sz="4000" strike="noStrike" u="none">
              <a:solidFill>
                <a:srgbClr val="000000"/>
              </a:solidFill>
              <a:effectLst/>
              <a:uFillTx/>
              <a:latin typeface="Arial"/>
            </a:endParaRPr>
          </a:p>
        </p:txBody>
      </p:sp>
      <p:sp>
        <p:nvSpPr>
          <p:cNvPr id="20" name="PlaceHolder 2"/>
          <p:cNvSpPr>
            <a:spLocks noGrp="1"/>
          </p:cNvSpPr>
          <p:nvPr>
            <p:ph type="body"/>
          </p:nvPr>
        </p:nvSpPr>
        <p:spPr>
          <a:xfrm>
            <a:off x="3184920" y="2398680"/>
            <a:ext cx="5195880" cy="1950120"/>
          </a:xfrm>
          <a:prstGeom prst="rect">
            <a:avLst/>
          </a:prstGeom>
          <a:noFill/>
          <a:ln w="0">
            <a:noFill/>
          </a:ln>
        </p:spPr>
        <p:txBody>
          <a:bodyPr lIns="91440" rIns="91440" tIns="91440" bIns="91440" anchor="t">
            <a:noAutofit/>
          </a:bodyPr>
          <a:p>
            <a:pPr marL="432000" indent="-324000">
              <a:spcBef>
                <a:spcPts val="1417"/>
              </a:spcBef>
              <a:buClr>
                <a:srgbClr val="ffffff"/>
              </a:buClr>
              <a:buSzPct val="45000"/>
              <a:buFont typeface="Wingdings" charset="2"/>
              <a:buChar char=""/>
            </a:pPr>
            <a:r>
              <a:rPr b="0" lang="es-ES" sz="1200" strike="noStrike" u="none">
                <a:solidFill>
                  <a:srgbClr val="000000"/>
                </a:solidFill>
                <a:effectLst/>
                <a:uFillTx/>
                <a:latin typeface="Arial"/>
              </a:rPr>
              <a:t>Pulse para editar el formato de texto del esquema</a:t>
            </a:r>
            <a:endParaRPr b="0" lang="es-ES" sz="1200" strike="noStrike" u="none">
              <a:solidFill>
                <a:srgbClr val="000000"/>
              </a:solidFill>
              <a:effectLst/>
              <a:uFillTx/>
              <a:latin typeface="Arial"/>
            </a:endParaRPr>
          </a:p>
          <a:p>
            <a:pPr lvl="1" marL="864000" indent="-324000">
              <a:spcBef>
                <a:spcPts val="1134"/>
              </a:spcBef>
              <a:buClr>
                <a:srgbClr val="ffffff"/>
              </a:buClr>
              <a:buSzPct val="75000"/>
              <a:buFont typeface="Symbol" charset="2"/>
              <a:buChar char=""/>
            </a:pPr>
            <a:r>
              <a:rPr b="0" lang="es-ES" sz="1200" strike="noStrike" u="none">
                <a:solidFill>
                  <a:srgbClr val="000000"/>
                </a:solidFill>
                <a:effectLst/>
                <a:uFillTx/>
                <a:latin typeface="Arial"/>
              </a:rPr>
              <a:t>Segundo nivel del esquema</a:t>
            </a:r>
            <a:endParaRPr b="0" lang="es-ES" sz="1200" strike="noStrike" u="none">
              <a:solidFill>
                <a:srgbClr val="000000"/>
              </a:solidFill>
              <a:effectLst/>
              <a:uFillTx/>
              <a:latin typeface="Arial"/>
            </a:endParaRPr>
          </a:p>
          <a:p>
            <a:pPr lvl="2" marL="1296000" indent="-288000">
              <a:spcBef>
                <a:spcPts val="850"/>
              </a:spcBef>
              <a:buClr>
                <a:srgbClr val="ffffff"/>
              </a:buClr>
              <a:buSzPct val="45000"/>
              <a:buFont typeface="Wingdings" charset="2"/>
              <a:buChar char=""/>
            </a:pPr>
            <a:r>
              <a:rPr b="0" lang="es-ES" sz="1200" strike="noStrike" u="none">
                <a:solidFill>
                  <a:srgbClr val="000000"/>
                </a:solidFill>
                <a:effectLst/>
                <a:uFillTx/>
                <a:latin typeface="Arial"/>
              </a:rPr>
              <a:t>Tercer nivel del esquema</a:t>
            </a:r>
            <a:endParaRPr b="0" lang="es-ES" sz="1200" strike="noStrike" u="none">
              <a:solidFill>
                <a:srgbClr val="000000"/>
              </a:solidFill>
              <a:effectLst/>
              <a:uFillTx/>
              <a:latin typeface="Arial"/>
            </a:endParaRPr>
          </a:p>
          <a:p>
            <a:pPr lvl="3" marL="1728000" indent="-216000">
              <a:spcBef>
                <a:spcPts val="567"/>
              </a:spcBef>
              <a:buClr>
                <a:srgbClr val="ffffff"/>
              </a:buClr>
              <a:buSzPct val="75000"/>
              <a:buFont typeface="Symbol" charset="2"/>
              <a:buChar char=""/>
            </a:pPr>
            <a:r>
              <a:rPr b="0" lang="es-ES" sz="1200" strike="noStrike" u="none">
                <a:solidFill>
                  <a:srgbClr val="000000"/>
                </a:solidFill>
                <a:effectLst/>
                <a:uFillTx/>
                <a:latin typeface="Arial"/>
              </a:rPr>
              <a:t>Cuarto nivel del esquema</a:t>
            </a:r>
            <a:endParaRPr b="0" lang="es-ES" sz="1200" strike="noStrike" u="none">
              <a:solidFill>
                <a:srgbClr val="000000"/>
              </a:solidFill>
              <a:effectLst/>
              <a:uFillTx/>
              <a:latin typeface="Arial"/>
            </a:endParaRPr>
          </a:p>
          <a:p>
            <a:pPr lvl="4" marL="2160000" indent="-216000">
              <a:spcBef>
                <a:spcPts val="283"/>
              </a:spcBef>
              <a:buClr>
                <a:srgbClr val="ffffff"/>
              </a:buClr>
              <a:buSzPct val="45000"/>
              <a:buFont typeface="Wingdings" charset="2"/>
              <a:buChar char=""/>
            </a:pPr>
            <a:r>
              <a:rPr b="0" lang="es-ES" sz="1200" strike="noStrike" u="none">
                <a:solidFill>
                  <a:srgbClr val="000000"/>
                </a:solidFill>
                <a:effectLst/>
                <a:uFillTx/>
                <a:latin typeface="Arial"/>
              </a:rPr>
              <a:t>Quinto nivel del esquema</a:t>
            </a:r>
            <a:endParaRPr b="0" lang="es-ES" sz="1200" strike="noStrike" u="none">
              <a:solidFill>
                <a:srgbClr val="000000"/>
              </a:solidFill>
              <a:effectLst/>
              <a:uFillTx/>
              <a:latin typeface="Arial"/>
            </a:endParaRPr>
          </a:p>
          <a:p>
            <a:pPr lvl="5" marL="2592000" indent="-216000">
              <a:spcBef>
                <a:spcPts val="283"/>
              </a:spcBef>
              <a:buClr>
                <a:srgbClr val="ffffff"/>
              </a:buClr>
              <a:buSzPct val="45000"/>
              <a:buFont typeface="Wingdings" charset="2"/>
              <a:buChar char=""/>
            </a:pPr>
            <a:r>
              <a:rPr b="0" lang="es-ES" sz="1200" strike="noStrike" u="none">
                <a:solidFill>
                  <a:srgbClr val="000000"/>
                </a:solidFill>
                <a:effectLst/>
                <a:uFillTx/>
                <a:latin typeface="Arial"/>
              </a:rPr>
              <a:t>Sexto nivel del esquema</a:t>
            </a:r>
            <a:endParaRPr b="0" lang="es-ES" sz="1200" strike="noStrike" u="none">
              <a:solidFill>
                <a:srgbClr val="000000"/>
              </a:solidFill>
              <a:effectLst/>
              <a:uFillTx/>
              <a:latin typeface="Arial"/>
            </a:endParaRPr>
          </a:p>
          <a:p>
            <a:pPr lvl="6" marL="3024000" indent="-216000">
              <a:spcBef>
                <a:spcPts val="283"/>
              </a:spcBef>
              <a:buClr>
                <a:srgbClr val="ffffff"/>
              </a:buClr>
              <a:buSzPct val="45000"/>
              <a:buFont typeface="Wingdings" charset="2"/>
              <a:buChar char=""/>
            </a:pPr>
            <a:r>
              <a:rPr b="0" lang="es-ES" sz="1200" strike="noStrike" u="none">
                <a:solidFill>
                  <a:srgbClr val="000000"/>
                </a:solidFill>
                <a:effectLst/>
                <a:uFillTx/>
                <a:latin typeface="Arial"/>
              </a:rPr>
              <a:t>Séptimo nivel del esquema</a:t>
            </a:r>
            <a:endParaRPr b="0" lang="es-ES" sz="1200" strike="noStrike" u="none">
              <a:solidFill>
                <a:srgbClr val="000000"/>
              </a:solidFill>
              <a:effectLst/>
              <a:uFillTx/>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6">
    <p:bg>
      <p:bgPr>
        <a:solidFill>
          <a:schemeClr val="lt1"/>
        </a:solidFill>
      </p:bgPr>
    </p:bg>
    <p:spTree>
      <p:nvGrpSpPr>
        <p:cNvPr id="1" name=""/>
        <p:cNvGrpSpPr/>
        <p:nvPr/>
      </p:nvGrpSpPr>
      <p:grpSpPr>
        <a:xfrm>
          <a:off x="0" y="0"/>
          <a:ext cx="0" cy="0"/>
          <a:chOff x="0" y="0"/>
          <a:chExt cx="0" cy="0"/>
        </a:xfrm>
      </p:grpSpPr>
      <p:pic>
        <p:nvPicPr>
          <p:cNvPr id="21" name="Google Shape;71;p16" descr=""/>
          <p:cNvPicPr/>
          <p:nvPr/>
        </p:nvPicPr>
        <p:blipFill>
          <a:blip r:embed="rId2"/>
          <a:stretch/>
        </p:blipFill>
        <p:spPr>
          <a:xfrm>
            <a:off x="0" y="0"/>
            <a:ext cx="9143640" cy="5143320"/>
          </a:xfrm>
          <a:prstGeom prst="rect">
            <a:avLst/>
          </a:prstGeom>
          <a:noFill/>
          <a:ln w="9525">
            <a:solidFill>
              <a:srgbClr val="ffffff"/>
            </a:solidFill>
            <a:round/>
          </a:ln>
          <a:effectLst>
            <a:outerShdw dist="101823" dir="2700000" blurRad="380880" rotWithShape="0">
              <a:srgbClr val="000000">
                <a:alpha val="90000"/>
              </a:srgbClr>
            </a:outerShdw>
          </a:effectLst>
        </p:spPr>
      </p:pic>
      <p:sp>
        <p:nvSpPr>
          <p:cNvPr id="22" name="PlaceHolder 1"/>
          <p:cNvSpPr>
            <a:spLocks noGrp="1"/>
          </p:cNvSpPr>
          <p:nvPr>
            <p:ph type="title"/>
          </p:nvPr>
        </p:nvSpPr>
        <p:spPr>
          <a:xfrm>
            <a:off x="720000" y="444960"/>
            <a:ext cx="7703640" cy="572400"/>
          </a:xfrm>
          <a:prstGeom prst="rect">
            <a:avLst/>
          </a:prstGeom>
          <a:noFill/>
          <a:ln w="0">
            <a:noFill/>
          </a:ln>
        </p:spPr>
        <p:txBody>
          <a:bodyPr lIns="91440" rIns="91440" tIns="91440" bIns="91440" anchor="t">
            <a:noAutofit/>
          </a:bodyPr>
          <a:p>
            <a:pPr indent="0">
              <a:buNone/>
            </a:pPr>
            <a:r>
              <a:rPr b="0" lang="es-ES" sz="2600" strike="noStrike" u="none">
                <a:solidFill>
                  <a:srgbClr val="000000"/>
                </a:solidFill>
                <a:effectLst/>
                <a:uFillTx/>
                <a:latin typeface="Arial"/>
              </a:rPr>
              <a:t>Pulse para editar el formato del texto de título</a:t>
            </a:r>
            <a:endParaRPr b="0" lang="es-ES" sz="2600" strike="noStrike" u="none">
              <a:solidFill>
                <a:srgbClr val="000000"/>
              </a:solidFill>
              <a:effectLst/>
              <a:uFillTx/>
              <a:latin typeface="Arial"/>
            </a:endParaRPr>
          </a:p>
        </p:txBody>
      </p:sp>
      <p:sp>
        <p:nvSpPr>
          <p:cNvPr id="23"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b="0" lang="es-ES" sz="1400" strike="noStrike" u="none">
                <a:solidFill>
                  <a:srgbClr val="000000"/>
                </a:solidFill>
                <a:effectLst/>
                <a:uFillTx/>
                <a:latin typeface="Arial"/>
              </a:rPr>
              <a:t>Pulse para editar el formato de texto del esquema</a:t>
            </a:r>
            <a:endParaRPr b="0" lang="es-ES" sz="1400" strike="noStrike" u="none">
              <a:solidFill>
                <a:srgbClr val="000000"/>
              </a:solidFill>
              <a:effectLst/>
              <a:uFillTx/>
              <a:latin typeface="Arial"/>
            </a:endParaRPr>
          </a:p>
          <a:p>
            <a:pPr lvl="1" marL="864000" indent="-324000">
              <a:spcBef>
                <a:spcPts val="1134"/>
              </a:spcBef>
              <a:buClr>
                <a:srgbClr val="ffffff"/>
              </a:buClr>
              <a:buSzPct val="75000"/>
              <a:buFont typeface="Symbol" charset="2"/>
              <a:buChar char=""/>
            </a:pPr>
            <a:r>
              <a:rPr b="0" lang="es-ES" sz="1400" strike="noStrike" u="none">
                <a:solidFill>
                  <a:srgbClr val="000000"/>
                </a:solidFill>
                <a:effectLst/>
                <a:uFillTx/>
                <a:latin typeface="Arial"/>
              </a:rPr>
              <a:t>Segundo nivel del esquema</a:t>
            </a:r>
            <a:endParaRPr b="0" lang="es-ES" sz="1400" strike="noStrike" u="none">
              <a:solidFill>
                <a:srgbClr val="000000"/>
              </a:solidFill>
              <a:effectLst/>
              <a:uFillTx/>
              <a:latin typeface="Arial"/>
            </a:endParaRPr>
          </a:p>
          <a:p>
            <a:pPr lvl="2" marL="1296000" indent="-288000">
              <a:spcBef>
                <a:spcPts val="850"/>
              </a:spcBef>
              <a:buClr>
                <a:srgbClr val="ffffff"/>
              </a:buClr>
              <a:buSzPct val="45000"/>
              <a:buFont typeface="Wingdings" charset="2"/>
              <a:buChar char=""/>
            </a:pPr>
            <a:r>
              <a:rPr b="0" lang="es-ES" sz="1400" strike="noStrike" u="none">
                <a:solidFill>
                  <a:srgbClr val="000000"/>
                </a:solidFill>
                <a:effectLst/>
                <a:uFillTx/>
                <a:latin typeface="Arial"/>
              </a:rPr>
              <a:t>Tercer nivel del esquema</a:t>
            </a:r>
            <a:endParaRPr b="0" lang="es-ES" sz="1400" strike="noStrike" u="none">
              <a:solidFill>
                <a:srgbClr val="000000"/>
              </a:solidFill>
              <a:effectLst/>
              <a:uFillTx/>
              <a:latin typeface="Arial"/>
            </a:endParaRPr>
          </a:p>
          <a:p>
            <a:pPr lvl="3" marL="1728000" indent="-216000">
              <a:spcBef>
                <a:spcPts val="567"/>
              </a:spcBef>
              <a:buClr>
                <a:srgbClr val="ffffff"/>
              </a:buClr>
              <a:buSzPct val="75000"/>
              <a:buFont typeface="Symbol" charset="2"/>
              <a:buChar char=""/>
            </a:pPr>
            <a:r>
              <a:rPr b="0" lang="es-ES" sz="1400" strike="noStrike" u="none">
                <a:solidFill>
                  <a:srgbClr val="000000"/>
                </a:solidFill>
                <a:effectLst/>
                <a:uFillTx/>
                <a:latin typeface="Arial"/>
              </a:rPr>
              <a:t>Cuarto nivel del esquema</a:t>
            </a:r>
            <a:endParaRPr b="0" lang="es-ES" sz="1400" strike="noStrike" u="none">
              <a:solidFill>
                <a:srgbClr val="000000"/>
              </a:solidFill>
              <a:effectLst/>
              <a:uFillTx/>
              <a:latin typeface="Arial"/>
            </a:endParaRPr>
          </a:p>
          <a:p>
            <a:pPr lvl="4" marL="2160000" indent="-216000">
              <a:spcBef>
                <a:spcPts val="283"/>
              </a:spcBef>
              <a:buClr>
                <a:srgbClr val="ffffff"/>
              </a:buClr>
              <a:buSzPct val="45000"/>
              <a:buFont typeface="Wingdings" charset="2"/>
              <a:buChar char=""/>
            </a:pPr>
            <a:r>
              <a:rPr b="0" lang="es-ES" sz="2000" strike="noStrike" u="none">
                <a:solidFill>
                  <a:srgbClr val="000000"/>
                </a:solidFill>
                <a:effectLst/>
                <a:uFillTx/>
                <a:latin typeface="Arial"/>
              </a:rPr>
              <a:t>Quinto nivel del esquema</a:t>
            </a:r>
            <a:endParaRPr b="0" lang="es-ES" sz="2000" strike="noStrike" u="none">
              <a:solidFill>
                <a:srgbClr val="000000"/>
              </a:solidFill>
              <a:effectLst/>
              <a:uFillTx/>
              <a:latin typeface="Arial"/>
            </a:endParaRPr>
          </a:p>
          <a:p>
            <a:pPr lvl="5" marL="2592000" indent="-216000">
              <a:spcBef>
                <a:spcPts val="283"/>
              </a:spcBef>
              <a:buClr>
                <a:srgbClr val="ffffff"/>
              </a:buClr>
              <a:buSzPct val="45000"/>
              <a:buFont typeface="Wingdings" charset="2"/>
              <a:buChar char=""/>
            </a:pPr>
            <a:r>
              <a:rPr b="0" lang="es-ES" sz="2000" strike="noStrike" u="none">
                <a:solidFill>
                  <a:srgbClr val="000000"/>
                </a:solidFill>
                <a:effectLst/>
                <a:uFillTx/>
                <a:latin typeface="Arial"/>
              </a:rPr>
              <a:t>Sexto nivel del esquema</a:t>
            </a:r>
            <a:endParaRPr b="0" lang="es-ES" sz="2000" strike="noStrike" u="none">
              <a:solidFill>
                <a:srgbClr val="000000"/>
              </a:solidFill>
              <a:effectLst/>
              <a:uFillTx/>
              <a:latin typeface="Arial"/>
            </a:endParaRPr>
          </a:p>
          <a:p>
            <a:pPr lvl="6" marL="3024000" indent="-216000">
              <a:spcBef>
                <a:spcPts val="283"/>
              </a:spcBef>
              <a:buClr>
                <a:srgbClr val="ffffff"/>
              </a:buClr>
              <a:buSzPct val="45000"/>
              <a:buFont typeface="Wingdings" charset="2"/>
              <a:buChar char=""/>
            </a:pPr>
            <a:r>
              <a:rPr b="0" lang="es-ES" sz="2000" strike="noStrike" u="none">
                <a:solidFill>
                  <a:srgbClr val="000000"/>
                </a:solidFill>
                <a:effectLst/>
                <a:uFillTx/>
                <a:latin typeface="Arial"/>
              </a:rPr>
              <a:t>Séptimo nivel del esquema</a:t>
            </a:r>
            <a:endParaRPr b="0" lang="es-ES" sz="2000" strike="noStrike" u="none">
              <a:solidFill>
                <a:srgbClr val="000000"/>
              </a:solidFill>
              <a:effectLst/>
              <a:uFillTx/>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_ONLY_1_1">
    <p:bg>
      <p:bgPr>
        <a:solidFill>
          <a:schemeClr val="lt1"/>
        </a:solidFill>
      </p:bgPr>
    </p:bg>
    <p:spTree>
      <p:nvGrpSpPr>
        <p:cNvPr id="1" name=""/>
        <p:cNvGrpSpPr/>
        <p:nvPr/>
      </p:nvGrpSpPr>
      <p:grpSpPr>
        <a:xfrm>
          <a:off x="0" y="0"/>
          <a:ext cx="0" cy="0"/>
          <a:chOff x="0" y="0"/>
          <a:chExt cx="0" cy="0"/>
        </a:xfrm>
      </p:grpSpPr>
      <p:pic>
        <p:nvPicPr>
          <p:cNvPr id="24" name="Google Shape;80;p17" descr=""/>
          <p:cNvPicPr/>
          <p:nvPr/>
        </p:nvPicPr>
        <p:blipFill>
          <a:blip r:embed="rId2"/>
          <a:stretch/>
        </p:blipFill>
        <p:spPr>
          <a:xfrm>
            <a:off x="0" y="0"/>
            <a:ext cx="9143640" cy="5143320"/>
          </a:xfrm>
          <a:prstGeom prst="rect">
            <a:avLst/>
          </a:prstGeom>
          <a:noFill/>
          <a:ln w="9525">
            <a:solidFill>
              <a:srgbClr val="ffffff"/>
            </a:solidFill>
            <a:round/>
          </a:ln>
          <a:effectLst>
            <a:outerShdw dist="101823" dir="2700000" blurRad="380880" rotWithShape="0">
              <a:srgbClr val="000000">
                <a:alpha val="90000"/>
              </a:srgbClr>
            </a:outerShdw>
          </a:effectLst>
        </p:spPr>
      </p:pic>
      <p:sp>
        <p:nvSpPr>
          <p:cNvPr id="25" name="PlaceHolder 1"/>
          <p:cNvSpPr>
            <a:spLocks noGrp="1"/>
          </p:cNvSpPr>
          <p:nvPr>
            <p:ph type="title"/>
          </p:nvPr>
        </p:nvSpPr>
        <p:spPr>
          <a:xfrm>
            <a:off x="720000" y="444960"/>
            <a:ext cx="7703640" cy="572400"/>
          </a:xfrm>
          <a:prstGeom prst="rect">
            <a:avLst/>
          </a:prstGeom>
          <a:noFill/>
          <a:ln w="0">
            <a:noFill/>
          </a:ln>
        </p:spPr>
        <p:txBody>
          <a:bodyPr lIns="91440" rIns="91440" tIns="91440" bIns="91440" anchor="t">
            <a:noAutofit/>
          </a:bodyPr>
          <a:p>
            <a:pPr indent="0">
              <a:buNone/>
            </a:pPr>
            <a:r>
              <a:rPr b="0" lang="es-ES" sz="2600" strike="noStrike" u="none">
                <a:solidFill>
                  <a:srgbClr val="000000"/>
                </a:solidFill>
                <a:effectLst/>
                <a:uFillTx/>
                <a:latin typeface="Arial"/>
              </a:rPr>
              <a:t>Pulse para editar el formato del texto de título</a:t>
            </a:r>
            <a:endParaRPr b="0" lang="es-ES" sz="2600" strike="noStrike" u="none">
              <a:solidFill>
                <a:srgbClr val="000000"/>
              </a:solidFill>
              <a:effectLst/>
              <a:uFillTx/>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_ONLY_1_1_1">
    <p:bg>
      <p:bgPr>
        <a:solidFill>
          <a:schemeClr val="lt1"/>
        </a:solidFill>
      </p:bgPr>
    </p:bg>
    <p:spTree>
      <p:nvGrpSpPr>
        <p:cNvPr id="1" name=""/>
        <p:cNvGrpSpPr/>
        <p:nvPr/>
      </p:nvGrpSpPr>
      <p:grpSpPr>
        <a:xfrm>
          <a:off x="0" y="0"/>
          <a:ext cx="0" cy="0"/>
          <a:chOff x="0" y="0"/>
          <a:chExt cx="0" cy="0"/>
        </a:xfrm>
      </p:grpSpPr>
      <p:pic>
        <p:nvPicPr>
          <p:cNvPr id="26" name="Google Shape;83;p18" descr=""/>
          <p:cNvPicPr/>
          <p:nvPr/>
        </p:nvPicPr>
        <p:blipFill>
          <a:blip r:embed="rId2"/>
          <a:stretch/>
        </p:blipFill>
        <p:spPr>
          <a:xfrm>
            <a:off x="0" y="0"/>
            <a:ext cx="9143640" cy="5143320"/>
          </a:xfrm>
          <a:prstGeom prst="rect">
            <a:avLst/>
          </a:prstGeom>
          <a:noFill/>
          <a:ln w="9525">
            <a:solidFill>
              <a:srgbClr val="ffffff"/>
            </a:solidFill>
            <a:round/>
          </a:ln>
          <a:effectLst>
            <a:outerShdw dist="101823" dir="2700000" blurRad="380880" rotWithShape="0">
              <a:srgbClr val="000000">
                <a:alpha val="90000"/>
              </a:srgbClr>
            </a:outerShdw>
          </a:effectLst>
        </p:spPr>
      </p:pic>
      <p:sp>
        <p:nvSpPr>
          <p:cNvPr id="27" name="PlaceHolder 1"/>
          <p:cNvSpPr>
            <a:spLocks noGrp="1"/>
          </p:cNvSpPr>
          <p:nvPr>
            <p:ph type="title"/>
          </p:nvPr>
        </p:nvSpPr>
        <p:spPr>
          <a:xfrm>
            <a:off x="720000" y="444960"/>
            <a:ext cx="7703640" cy="572400"/>
          </a:xfrm>
          <a:prstGeom prst="rect">
            <a:avLst/>
          </a:prstGeom>
          <a:noFill/>
          <a:ln w="0">
            <a:noFill/>
          </a:ln>
        </p:spPr>
        <p:txBody>
          <a:bodyPr lIns="91440" rIns="91440" tIns="91440" bIns="91440" anchor="t">
            <a:noAutofit/>
          </a:bodyPr>
          <a:p>
            <a:pPr indent="0">
              <a:buNone/>
            </a:pPr>
            <a:r>
              <a:rPr b="0" lang="es-ES" sz="2600" strike="noStrike" u="none">
                <a:solidFill>
                  <a:srgbClr val="000000"/>
                </a:solidFill>
                <a:effectLst/>
                <a:uFillTx/>
                <a:latin typeface="Arial"/>
              </a:rPr>
              <a:t>Pulse para editar el formato del texto de título</a:t>
            </a:r>
            <a:endParaRPr b="0" lang="es-ES" sz="2600" strike="noStrike" u="none">
              <a:solidFill>
                <a:srgbClr val="000000"/>
              </a:solidFill>
              <a:effectLst/>
              <a:uFillTx/>
              <a:latin typeface="Arial"/>
            </a:endParaRPr>
          </a:p>
        </p:txBody>
      </p:sp>
      <p:sp>
        <p:nvSpPr>
          <p:cNvPr id="28"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b="0" lang="es-ES" sz="1400" strike="noStrike" u="none">
                <a:solidFill>
                  <a:srgbClr val="000000"/>
                </a:solidFill>
                <a:effectLst/>
                <a:uFillTx/>
                <a:latin typeface="Arial"/>
              </a:rPr>
              <a:t>Pulse para editar el formato de texto del esquema</a:t>
            </a:r>
            <a:endParaRPr b="0" lang="es-ES" sz="1400" strike="noStrike" u="none">
              <a:solidFill>
                <a:srgbClr val="000000"/>
              </a:solidFill>
              <a:effectLst/>
              <a:uFillTx/>
              <a:latin typeface="Arial"/>
            </a:endParaRPr>
          </a:p>
          <a:p>
            <a:pPr lvl="1" marL="864000" indent="-324000">
              <a:spcBef>
                <a:spcPts val="1134"/>
              </a:spcBef>
              <a:buClr>
                <a:srgbClr val="ffffff"/>
              </a:buClr>
              <a:buSzPct val="75000"/>
              <a:buFont typeface="Symbol" charset="2"/>
              <a:buChar char=""/>
            </a:pPr>
            <a:r>
              <a:rPr b="0" lang="es-ES" sz="1400" strike="noStrike" u="none">
                <a:solidFill>
                  <a:srgbClr val="000000"/>
                </a:solidFill>
                <a:effectLst/>
                <a:uFillTx/>
                <a:latin typeface="Arial"/>
              </a:rPr>
              <a:t>Segundo nivel del esquema</a:t>
            </a:r>
            <a:endParaRPr b="0" lang="es-ES" sz="1400" strike="noStrike" u="none">
              <a:solidFill>
                <a:srgbClr val="000000"/>
              </a:solidFill>
              <a:effectLst/>
              <a:uFillTx/>
              <a:latin typeface="Arial"/>
            </a:endParaRPr>
          </a:p>
          <a:p>
            <a:pPr lvl="2" marL="1296000" indent="-288000">
              <a:spcBef>
                <a:spcPts val="850"/>
              </a:spcBef>
              <a:buClr>
                <a:srgbClr val="ffffff"/>
              </a:buClr>
              <a:buSzPct val="45000"/>
              <a:buFont typeface="Wingdings" charset="2"/>
              <a:buChar char=""/>
            </a:pPr>
            <a:r>
              <a:rPr b="0" lang="es-ES" sz="1400" strike="noStrike" u="none">
                <a:solidFill>
                  <a:srgbClr val="000000"/>
                </a:solidFill>
                <a:effectLst/>
                <a:uFillTx/>
                <a:latin typeface="Arial"/>
              </a:rPr>
              <a:t>Tercer nivel del esquema</a:t>
            </a:r>
            <a:endParaRPr b="0" lang="es-ES" sz="1400" strike="noStrike" u="none">
              <a:solidFill>
                <a:srgbClr val="000000"/>
              </a:solidFill>
              <a:effectLst/>
              <a:uFillTx/>
              <a:latin typeface="Arial"/>
            </a:endParaRPr>
          </a:p>
          <a:p>
            <a:pPr lvl="3" marL="1728000" indent="-216000">
              <a:spcBef>
                <a:spcPts val="567"/>
              </a:spcBef>
              <a:buClr>
                <a:srgbClr val="ffffff"/>
              </a:buClr>
              <a:buSzPct val="75000"/>
              <a:buFont typeface="Symbol" charset="2"/>
              <a:buChar char=""/>
            </a:pPr>
            <a:r>
              <a:rPr b="0" lang="es-ES" sz="1400" strike="noStrike" u="none">
                <a:solidFill>
                  <a:srgbClr val="000000"/>
                </a:solidFill>
                <a:effectLst/>
                <a:uFillTx/>
                <a:latin typeface="Arial"/>
              </a:rPr>
              <a:t>Cuarto nivel del esquema</a:t>
            </a:r>
            <a:endParaRPr b="0" lang="es-ES" sz="1400" strike="noStrike" u="none">
              <a:solidFill>
                <a:srgbClr val="000000"/>
              </a:solidFill>
              <a:effectLst/>
              <a:uFillTx/>
              <a:latin typeface="Arial"/>
            </a:endParaRPr>
          </a:p>
          <a:p>
            <a:pPr lvl="4" marL="2160000" indent="-216000">
              <a:spcBef>
                <a:spcPts val="283"/>
              </a:spcBef>
              <a:buClr>
                <a:srgbClr val="ffffff"/>
              </a:buClr>
              <a:buSzPct val="45000"/>
              <a:buFont typeface="Wingdings" charset="2"/>
              <a:buChar char=""/>
            </a:pPr>
            <a:r>
              <a:rPr b="0" lang="es-ES" sz="2000" strike="noStrike" u="none">
                <a:solidFill>
                  <a:srgbClr val="000000"/>
                </a:solidFill>
                <a:effectLst/>
                <a:uFillTx/>
                <a:latin typeface="Arial"/>
              </a:rPr>
              <a:t>Quinto nivel del esquema</a:t>
            </a:r>
            <a:endParaRPr b="0" lang="es-ES" sz="2000" strike="noStrike" u="none">
              <a:solidFill>
                <a:srgbClr val="000000"/>
              </a:solidFill>
              <a:effectLst/>
              <a:uFillTx/>
              <a:latin typeface="Arial"/>
            </a:endParaRPr>
          </a:p>
          <a:p>
            <a:pPr lvl="5" marL="2592000" indent="-216000">
              <a:spcBef>
                <a:spcPts val="283"/>
              </a:spcBef>
              <a:buClr>
                <a:srgbClr val="ffffff"/>
              </a:buClr>
              <a:buSzPct val="45000"/>
              <a:buFont typeface="Wingdings" charset="2"/>
              <a:buChar char=""/>
            </a:pPr>
            <a:r>
              <a:rPr b="0" lang="es-ES" sz="2000" strike="noStrike" u="none">
                <a:solidFill>
                  <a:srgbClr val="000000"/>
                </a:solidFill>
                <a:effectLst/>
                <a:uFillTx/>
                <a:latin typeface="Arial"/>
              </a:rPr>
              <a:t>Sexto nivel del esquema</a:t>
            </a:r>
            <a:endParaRPr b="0" lang="es-ES" sz="2000" strike="noStrike" u="none">
              <a:solidFill>
                <a:srgbClr val="000000"/>
              </a:solidFill>
              <a:effectLst/>
              <a:uFillTx/>
              <a:latin typeface="Arial"/>
            </a:endParaRPr>
          </a:p>
          <a:p>
            <a:pPr lvl="6" marL="3024000" indent="-216000">
              <a:spcBef>
                <a:spcPts val="283"/>
              </a:spcBef>
              <a:buClr>
                <a:srgbClr val="ffffff"/>
              </a:buClr>
              <a:buSzPct val="45000"/>
              <a:buFont typeface="Wingdings" charset="2"/>
              <a:buChar char=""/>
            </a:pPr>
            <a:r>
              <a:rPr b="0" lang="es-ES" sz="2000" strike="noStrike" u="none">
                <a:solidFill>
                  <a:srgbClr val="000000"/>
                </a:solidFill>
                <a:effectLst/>
                <a:uFillTx/>
                <a:latin typeface="Arial"/>
              </a:rPr>
              <a:t>Séptimo nivel del esquema</a:t>
            </a:r>
            <a:endParaRPr b="0" lang="es-ES" sz="2000" strike="noStrike" u="none">
              <a:solidFill>
                <a:srgbClr val="000000"/>
              </a:solidFill>
              <a:effectLst/>
              <a:uFillTx/>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_ONLY_1_1_1_1">
    <p:bg>
      <p:bgPr>
        <a:solidFill>
          <a:schemeClr val="lt1"/>
        </a:solidFill>
      </p:bgPr>
    </p:bg>
    <p:spTree>
      <p:nvGrpSpPr>
        <p:cNvPr id="1" name=""/>
        <p:cNvGrpSpPr/>
        <p:nvPr/>
      </p:nvGrpSpPr>
      <p:grpSpPr>
        <a:xfrm>
          <a:off x="0" y="0"/>
          <a:ext cx="0" cy="0"/>
          <a:chOff x="0" y="0"/>
          <a:chExt cx="0" cy="0"/>
        </a:xfrm>
      </p:grpSpPr>
      <p:pic>
        <p:nvPicPr>
          <p:cNvPr id="29" name="Google Shape;86;p19" descr=""/>
          <p:cNvPicPr/>
          <p:nvPr/>
        </p:nvPicPr>
        <p:blipFill>
          <a:blip r:embed="rId2"/>
          <a:stretch/>
        </p:blipFill>
        <p:spPr>
          <a:xfrm>
            <a:off x="0" y="0"/>
            <a:ext cx="9143640" cy="5143320"/>
          </a:xfrm>
          <a:prstGeom prst="rect">
            <a:avLst/>
          </a:prstGeom>
          <a:noFill/>
          <a:ln w="9525">
            <a:solidFill>
              <a:srgbClr val="ffffff"/>
            </a:solidFill>
            <a:round/>
          </a:ln>
          <a:effectLst>
            <a:outerShdw dist="101823" dir="2700000" blurRad="380880" rotWithShape="0">
              <a:srgbClr val="000000">
                <a:alpha val="90000"/>
              </a:srgbClr>
            </a:outerShdw>
          </a:effectLst>
        </p:spPr>
      </p:pic>
      <p:sp>
        <p:nvSpPr>
          <p:cNvPr id="30" name="PlaceHolder 1"/>
          <p:cNvSpPr>
            <a:spLocks noGrp="1"/>
          </p:cNvSpPr>
          <p:nvPr>
            <p:ph type="title"/>
          </p:nvPr>
        </p:nvSpPr>
        <p:spPr>
          <a:xfrm>
            <a:off x="720000" y="444960"/>
            <a:ext cx="7703640" cy="572400"/>
          </a:xfrm>
          <a:prstGeom prst="rect">
            <a:avLst/>
          </a:prstGeom>
          <a:noFill/>
          <a:ln w="0">
            <a:noFill/>
          </a:ln>
        </p:spPr>
        <p:txBody>
          <a:bodyPr lIns="91440" rIns="91440" tIns="91440" bIns="91440" anchor="t">
            <a:noAutofit/>
          </a:bodyPr>
          <a:p>
            <a:pPr indent="0">
              <a:buNone/>
            </a:pPr>
            <a:r>
              <a:rPr b="0" lang="es-ES" sz="2600" strike="noStrike" u="none">
                <a:solidFill>
                  <a:srgbClr val="000000"/>
                </a:solidFill>
                <a:effectLst/>
                <a:uFillTx/>
                <a:latin typeface="Arial"/>
              </a:rPr>
              <a:t>Pulse para editar el formato del texto de título</a:t>
            </a:r>
            <a:endParaRPr b="0" lang="es-ES" sz="2600" strike="noStrike" u="none">
              <a:solidFill>
                <a:srgbClr val="000000"/>
              </a:solidFill>
              <a:effectLst/>
              <a:uFillTx/>
              <a:latin typeface="Arial"/>
            </a:endParaRPr>
          </a:p>
        </p:txBody>
      </p:sp>
      <p:sp>
        <p:nvSpPr>
          <p:cNvPr id="31"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b="0" lang="es-ES" sz="1400" strike="noStrike" u="none">
                <a:solidFill>
                  <a:srgbClr val="000000"/>
                </a:solidFill>
                <a:effectLst/>
                <a:uFillTx/>
                <a:latin typeface="Arial"/>
              </a:rPr>
              <a:t>Pulse para editar el formato de texto del esquema</a:t>
            </a:r>
            <a:endParaRPr b="0" lang="es-ES" sz="1400" strike="noStrike" u="none">
              <a:solidFill>
                <a:srgbClr val="000000"/>
              </a:solidFill>
              <a:effectLst/>
              <a:uFillTx/>
              <a:latin typeface="Arial"/>
            </a:endParaRPr>
          </a:p>
          <a:p>
            <a:pPr lvl="1" marL="864000" indent="-324000">
              <a:spcBef>
                <a:spcPts val="1134"/>
              </a:spcBef>
              <a:buClr>
                <a:srgbClr val="ffffff"/>
              </a:buClr>
              <a:buSzPct val="75000"/>
              <a:buFont typeface="Symbol" charset="2"/>
              <a:buChar char=""/>
            </a:pPr>
            <a:r>
              <a:rPr b="0" lang="es-ES" sz="1400" strike="noStrike" u="none">
                <a:solidFill>
                  <a:srgbClr val="000000"/>
                </a:solidFill>
                <a:effectLst/>
                <a:uFillTx/>
                <a:latin typeface="Arial"/>
              </a:rPr>
              <a:t>Segundo nivel del esquema</a:t>
            </a:r>
            <a:endParaRPr b="0" lang="es-ES" sz="1400" strike="noStrike" u="none">
              <a:solidFill>
                <a:srgbClr val="000000"/>
              </a:solidFill>
              <a:effectLst/>
              <a:uFillTx/>
              <a:latin typeface="Arial"/>
            </a:endParaRPr>
          </a:p>
          <a:p>
            <a:pPr lvl="2" marL="1296000" indent="-288000">
              <a:spcBef>
                <a:spcPts val="850"/>
              </a:spcBef>
              <a:buClr>
                <a:srgbClr val="ffffff"/>
              </a:buClr>
              <a:buSzPct val="45000"/>
              <a:buFont typeface="Wingdings" charset="2"/>
              <a:buChar char=""/>
            </a:pPr>
            <a:r>
              <a:rPr b="0" lang="es-ES" sz="1400" strike="noStrike" u="none">
                <a:solidFill>
                  <a:srgbClr val="000000"/>
                </a:solidFill>
                <a:effectLst/>
                <a:uFillTx/>
                <a:latin typeface="Arial"/>
              </a:rPr>
              <a:t>Tercer nivel del esquema</a:t>
            </a:r>
            <a:endParaRPr b="0" lang="es-ES" sz="1400" strike="noStrike" u="none">
              <a:solidFill>
                <a:srgbClr val="000000"/>
              </a:solidFill>
              <a:effectLst/>
              <a:uFillTx/>
              <a:latin typeface="Arial"/>
            </a:endParaRPr>
          </a:p>
          <a:p>
            <a:pPr lvl="3" marL="1728000" indent="-216000">
              <a:spcBef>
                <a:spcPts val="567"/>
              </a:spcBef>
              <a:buClr>
                <a:srgbClr val="ffffff"/>
              </a:buClr>
              <a:buSzPct val="75000"/>
              <a:buFont typeface="Symbol" charset="2"/>
              <a:buChar char=""/>
            </a:pPr>
            <a:r>
              <a:rPr b="0" lang="es-ES" sz="1400" strike="noStrike" u="none">
                <a:solidFill>
                  <a:srgbClr val="000000"/>
                </a:solidFill>
                <a:effectLst/>
                <a:uFillTx/>
                <a:latin typeface="Arial"/>
              </a:rPr>
              <a:t>Cuarto nivel del esquema</a:t>
            </a:r>
            <a:endParaRPr b="0" lang="es-ES" sz="1400" strike="noStrike" u="none">
              <a:solidFill>
                <a:srgbClr val="000000"/>
              </a:solidFill>
              <a:effectLst/>
              <a:uFillTx/>
              <a:latin typeface="Arial"/>
            </a:endParaRPr>
          </a:p>
          <a:p>
            <a:pPr lvl="4" marL="2160000" indent="-216000">
              <a:spcBef>
                <a:spcPts val="283"/>
              </a:spcBef>
              <a:buClr>
                <a:srgbClr val="ffffff"/>
              </a:buClr>
              <a:buSzPct val="45000"/>
              <a:buFont typeface="Wingdings" charset="2"/>
              <a:buChar char=""/>
            </a:pPr>
            <a:r>
              <a:rPr b="0" lang="es-ES" sz="2000" strike="noStrike" u="none">
                <a:solidFill>
                  <a:srgbClr val="000000"/>
                </a:solidFill>
                <a:effectLst/>
                <a:uFillTx/>
                <a:latin typeface="Arial"/>
              </a:rPr>
              <a:t>Quinto nivel del esquema</a:t>
            </a:r>
            <a:endParaRPr b="0" lang="es-ES" sz="2000" strike="noStrike" u="none">
              <a:solidFill>
                <a:srgbClr val="000000"/>
              </a:solidFill>
              <a:effectLst/>
              <a:uFillTx/>
              <a:latin typeface="Arial"/>
            </a:endParaRPr>
          </a:p>
          <a:p>
            <a:pPr lvl="5" marL="2592000" indent="-216000">
              <a:spcBef>
                <a:spcPts val="283"/>
              </a:spcBef>
              <a:buClr>
                <a:srgbClr val="ffffff"/>
              </a:buClr>
              <a:buSzPct val="45000"/>
              <a:buFont typeface="Wingdings" charset="2"/>
              <a:buChar char=""/>
            </a:pPr>
            <a:r>
              <a:rPr b="0" lang="es-ES" sz="2000" strike="noStrike" u="none">
                <a:solidFill>
                  <a:srgbClr val="000000"/>
                </a:solidFill>
                <a:effectLst/>
                <a:uFillTx/>
                <a:latin typeface="Arial"/>
              </a:rPr>
              <a:t>Sexto nivel del esquema</a:t>
            </a:r>
            <a:endParaRPr b="0" lang="es-ES" sz="2000" strike="noStrike" u="none">
              <a:solidFill>
                <a:srgbClr val="000000"/>
              </a:solidFill>
              <a:effectLst/>
              <a:uFillTx/>
              <a:latin typeface="Arial"/>
            </a:endParaRPr>
          </a:p>
          <a:p>
            <a:pPr lvl="6" marL="3024000" indent="-216000">
              <a:spcBef>
                <a:spcPts val="283"/>
              </a:spcBef>
              <a:buClr>
                <a:srgbClr val="ffffff"/>
              </a:buClr>
              <a:buSzPct val="45000"/>
              <a:buFont typeface="Wingdings" charset="2"/>
              <a:buChar char=""/>
            </a:pPr>
            <a:r>
              <a:rPr b="0" lang="es-ES" sz="2000" strike="noStrike" u="none">
                <a:solidFill>
                  <a:srgbClr val="000000"/>
                </a:solidFill>
                <a:effectLst/>
                <a:uFillTx/>
                <a:latin typeface="Arial"/>
              </a:rPr>
              <a:t>Séptimo nivel del esquema</a:t>
            </a:r>
            <a:endParaRPr b="0" lang="es-ES" sz="2000" strike="noStrike" u="none">
              <a:solidFill>
                <a:srgbClr val="000000"/>
              </a:solidFill>
              <a:effectLst/>
              <a:uFillTx/>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7">
    <p:bg>
      <p:bgPr>
        <a:solidFill>
          <a:schemeClr val="lt1"/>
        </a:solidFill>
      </p:bgPr>
    </p:bg>
    <p:spTree>
      <p:nvGrpSpPr>
        <p:cNvPr id="1" name=""/>
        <p:cNvGrpSpPr/>
        <p:nvPr/>
      </p:nvGrpSpPr>
      <p:grpSpPr>
        <a:xfrm>
          <a:off x="0" y="0"/>
          <a:ext cx="0" cy="0"/>
          <a:chOff x="0" y="0"/>
          <a:chExt cx="0" cy="0"/>
        </a:xfrm>
      </p:grpSpPr>
      <p:pic>
        <p:nvPicPr>
          <p:cNvPr id="32" name="Google Shape;89;p20" descr=""/>
          <p:cNvPicPr/>
          <p:nvPr/>
        </p:nvPicPr>
        <p:blipFill>
          <a:blip r:embed="rId2"/>
          <a:stretch/>
        </p:blipFill>
        <p:spPr>
          <a:xfrm>
            <a:off x="0" y="0"/>
            <a:ext cx="9143640" cy="5143320"/>
          </a:xfrm>
          <a:prstGeom prst="rect">
            <a:avLst/>
          </a:prstGeom>
          <a:noFill/>
          <a:ln w="9525">
            <a:solidFill>
              <a:srgbClr val="ffffff"/>
            </a:solidFill>
            <a:round/>
          </a:ln>
          <a:effectLst>
            <a:outerShdw dist="101823" dir="2700000" blurRad="380880" rotWithShape="0">
              <a:srgbClr val="000000">
                <a:alpha val="90000"/>
              </a:srgbClr>
            </a:outerShdw>
          </a:effectLst>
        </p:spPr>
      </p:pic>
      <p:sp>
        <p:nvSpPr>
          <p:cNvPr id="33" name="PlaceHolder 1"/>
          <p:cNvSpPr>
            <a:spLocks noGrp="1"/>
          </p:cNvSpPr>
          <p:nvPr>
            <p:ph type="title"/>
          </p:nvPr>
        </p:nvSpPr>
        <p:spPr>
          <a:xfrm>
            <a:off x="720000" y="444960"/>
            <a:ext cx="7703640" cy="572400"/>
          </a:xfrm>
          <a:prstGeom prst="rect">
            <a:avLst/>
          </a:prstGeom>
          <a:noFill/>
          <a:ln w="0">
            <a:noFill/>
          </a:ln>
        </p:spPr>
        <p:txBody>
          <a:bodyPr lIns="91440" rIns="91440" tIns="91440" bIns="91440" anchor="t">
            <a:noAutofit/>
          </a:bodyPr>
          <a:p>
            <a:pPr indent="0">
              <a:buNone/>
            </a:pPr>
            <a:r>
              <a:rPr b="0" lang="es-ES" sz="2600" strike="noStrike" u="none">
                <a:solidFill>
                  <a:srgbClr val="000000"/>
                </a:solidFill>
                <a:effectLst/>
                <a:uFillTx/>
                <a:latin typeface="Arial"/>
              </a:rPr>
              <a:t>Pulse para editar el formato del texto de título</a:t>
            </a:r>
            <a:endParaRPr b="0" lang="es-ES" sz="2600" strike="noStrike" u="none">
              <a:solidFill>
                <a:srgbClr val="000000"/>
              </a:solidFill>
              <a:effectLst/>
              <a:uFillTx/>
              <a:latin typeface="Arial"/>
            </a:endParaRPr>
          </a:p>
        </p:txBody>
      </p:sp>
      <p:sp>
        <p:nvSpPr>
          <p:cNvPr id="34"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b="0" lang="es-ES" sz="1400" strike="noStrike" u="none">
                <a:solidFill>
                  <a:srgbClr val="000000"/>
                </a:solidFill>
                <a:effectLst/>
                <a:uFillTx/>
                <a:latin typeface="Arial"/>
              </a:rPr>
              <a:t>Pulse para editar el formato de texto del esquema</a:t>
            </a:r>
            <a:endParaRPr b="0" lang="es-ES" sz="1400" strike="noStrike" u="none">
              <a:solidFill>
                <a:srgbClr val="000000"/>
              </a:solidFill>
              <a:effectLst/>
              <a:uFillTx/>
              <a:latin typeface="Arial"/>
            </a:endParaRPr>
          </a:p>
          <a:p>
            <a:pPr lvl="1" marL="864000" indent="-324000">
              <a:spcBef>
                <a:spcPts val="1134"/>
              </a:spcBef>
              <a:buClr>
                <a:srgbClr val="ffffff"/>
              </a:buClr>
              <a:buSzPct val="75000"/>
              <a:buFont typeface="Symbol" charset="2"/>
              <a:buChar char=""/>
            </a:pPr>
            <a:r>
              <a:rPr b="0" lang="es-ES" sz="1400" strike="noStrike" u="none">
                <a:solidFill>
                  <a:srgbClr val="000000"/>
                </a:solidFill>
                <a:effectLst/>
                <a:uFillTx/>
                <a:latin typeface="Arial"/>
              </a:rPr>
              <a:t>Segundo nivel del esquema</a:t>
            </a:r>
            <a:endParaRPr b="0" lang="es-ES" sz="1400" strike="noStrike" u="none">
              <a:solidFill>
                <a:srgbClr val="000000"/>
              </a:solidFill>
              <a:effectLst/>
              <a:uFillTx/>
              <a:latin typeface="Arial"/>
            </a:endParaRPr>
          </a:p>
          <a:p>
            <a:pPr lvl="2" marL="1296000" indent="-288000">
              <a:spcBef>
                <a:spcPts val="850"/>
              </a:spcBef>
              <a:buClr>
                <a:srgbClr val="ffffff"/>
              </a:buClr>
              <a:buSzPct val="45000"/>
              <a:buFont typeface="Wingdings" charset="2"/>
              <a:buChar char=""/>
            </a:pPr>
            <a:r>
              <a:rPr b="0" lang="es-ES" sz="1400" strike="noStrike" u="none">
                <a:solidFill>
                  <a:srgbClr val="000000"/>
                </a:solidFill>
                <a:effectLst/>
                <a:uFillTx/>
                <a:latin typeface="Arial"/>
              </a:rPr>
              <a:t>Tercer nivel del esquema</a:t>
            </a:r>
            <a:endParaRPr b="0" lang="es-ES" sz="1400" strike="noStrike" u="none">
              <a:solidFill>
                <a:srgbClr val="000000"/>
              </a:solidFill>
              <a:effectLst/>
              <a:uFillTx/>
              <a:latin typeface="Arial"/>
            </a:endParaRPr>
          </a:p>
          <a:p>
            <a:pPr lvl="3" marL="1728000" indent="-216000">
              <a:spcBef>
                <a:spcPts val="567"/>
              </a:spcBef>
              <a:buClr>
                <a:srgbClr val="ffffff"/>
              </a:buClr>
              <a:buSzPct val="75000"/>
              <a:buFont typeface="Symbol" charset="2"/>
              <a:buChar char=""/>
            </a:pPr>
            <a:r>
              <a:rPr b="0" lang="es-ES" sz="1400" strike="noStrike" u="none">
                <a:solidFill>
                  <a:srgbClr val="000000"/>
                </a:solidFill>
                <a:effectLst/>
                <a:uFillTx/>
                <a:latin typeface="Arial"/>
              </a:rPr>
              <a:t>Cuarto nivel del esquema</a:t>
            </a:r>
            <a:endParaRPr b="0" lang="es-ES" sz="1400" strike="noStrike" u="none">
              <a:solidFill>
                <a:srgbClr val="000000"/>
              </a:solidFill>
              <a:effectLst/>
              <a:uFillTx/>
              <a:latin typeface="Arial"/>
            </a:endParaRPr>
          </a:p>
          <a:p>
            <a:pPr lvl="4" marL="2160000" indent="-216000">
              <a:spcBef>
                <a:spcPts val="283"/>
              </a:spcBef>
              <a:buClr>
                <a:srgbClr val="ffffff"/>
              </a:buClr>
              <a:buSzPct val="45000"/>
              <a:buFont typeface="Wingdings" charset="2"/>
              <a:buChar char=""/>
            </a:pPr>
            <a:r>
              <a:rPr b="0" lang="es-ES" sz="2000" strike="noStrike" u="none">
                <a:solidFill>
                  <a:srgbClr val="000000"/>
                </a:solidFill>
                <a:effectLst/>
                <a:uFillTx/>
                <a:latin typeface="Arial"/>
              </a:rPr>
              <a:t>Quinto nivel del esquema</a:t>
            </a:r>
            <a:endParaRPr b="0" lang="es-ES" sz="2000" strike="noStrike" u="none">
              <a:solidFill>
                <a:srgbClr val="000000"/>
              </a:solidFill>
              <a:effectLst/>
              <a:uFillTx/>
              <a:latin typeface="Arial"/>
            </a:endParaRPr>
          </a:p>
          <a:p>
            <a:pPr lvl="5" marL="2592000" indent="-216000">
              <a:spcBef>
                <a:spcPts val="283"/>
              </a:spcBef>
              <a:buClr>
                <a:srgbClr val="ffffff"/>
              </a:buClr>
              <a:buSzPct val="45000"/>
              <a:buFont typeface="Wingdings" charset="2"/>
              <a:buChar char=""/>
            </a:pPr>
            <a:r>
              <a:rPr b="0" lang="es-ES" sz="2000" strike="noStrike" u="none">
                <a:solidFill>
                  <a:srgbClr val="000000"/>
                </a:solidFill>
                <a:effectLst/>
                <a:uFillTx/>
                <a:latin typeface="Arial"/>
              </a:rPr>
              <a:t>Sexto nivel del esquema</a:t>
            </a:r>
            <a:endParaRPr b="0" lang="es-ES" sz="2000" strike="noStrike" u="none">
              <a:solidFill>
                <a:srgbClr val="000000"/>
              </a:solidFill>
              <a:effectLst/>
              <a:uFillTx/>
              <a:latin typeface="Arial"/>
            </a:endParaRPr>
          </a:p>
          <a:p>
            <a:pPr lvl="6" marL="3024000" indent="-216000">
              <a:spcBef>
                <a:spcPts val="283"/>
              </a:spcBef>
              <a:buClr>
                <a:srgbClr val="ffffff"/>
              </a:buClr>
              <a:buSzPct val="45000"/>
              <a:buFont typeface="Wingdings" charset="2"/>
              <a:buChar char=""/>
            </a:pPr>
            <a:r>
              <a:rPr b="0" lang="es-ES" sz="2000" strike="noStrike" u="none">
                <a:solidFill>
                  <a:srgbClr val="000000"/>
                </a:solidFill>
                <a:effectLst/>
                <a:uFillTx/>
                <a:latin typeface="Arial"/>
              </a:rPr>
              <a:t>Séptimo nivel del esquema</a:t>
            </a:r>
            <a:endParaRPr b="0" lang="es-ES" sz="2000" strike="noStrike" u="none">
              <a:solidFill>
                <a:srgbClr val="000000"/>
              </a:solidFill>
              <a:effectLst/>
              <a:uFillTx/>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HEADER">
    <p:bg>
      <p:bgPr>
        <a:solidFill>
          <a:schemeClr val="lt1"/>
        </a:solidFill>
      </p:bgPr>
    </p:bg>
    <p:spTree>
      <p:nvGrpSpPr>
        <p:cNvPr id="1" name=""/>
        <p:cNvGrpSpPr/>
        <p:nvPr/>
      </p:nvGrpSpPr>
      <p:grpSpPr>
        <a:xfrm>
          <a:off x="0" y="0"/>
          <a:ext cx="0" cy="0"/>
          <a:chOff x="0" y="0"/>
          <a:chExt cx="0" cy="0"/>
        </a:xfrm>
      </p:grpSpPr>
      <p:pic>
        <p:nvPicPr>
          <p:cNvPr id="35" name="Google Shape;13;p3" descr=""/>
          <p:cNvPicPr/>
          <p:nvPr/>
        </p:nvPicPr>
        <p:blipFill>
          <a:blip r:embed="rId2"/>
          <a:srcRect l="0" t="31118" r="31120" b="0"/>
          <a:stretch/>
        </p:blipFill>
        <p:spPr>
          <a:xfrm>
            <a:off x="0" y="0"/>
            <a:ext cx="9143640" cy="5143320"/>
          </a:xfrm>
          <a:prstGeom prst="rect">
            <a:avLst/>
          </a:prstGeom>
          <a:noFill/>
          <a:ln w="9525">
            <a:solidFill>
              <a:srgbClr val="ffffff"/>
            </a:solidFill>
            <a:round/>
          </a:ln>
          <a:effectLst>
            <a:outerShdw dist="101823" dir="2700000" blurRad="380880" rotWithShape="0">
              <a:srgbClr val="000000">
                <a:alpha val="90000"/>
              </a:srgbClr>
            </a:outerShdw>
          </a:effectLst>
        </p:spPr>
      </p:pic>
      <p:sp>
        <p:nvSpPr>
          <p:cNvPr id="36" name="PlaceHolder 1"/>
          <p:cNvSpPr>
            <a:spLocks noGrp="1"/>
          </p:cNvSpPr>
          <p:nvPr>
            <p:ph type="title"/>
          </p:nvPr>
        </p:nvSpPr>
        <p:spPr>
          <a:xfrm>
            <a:off x="713160" y="3585240"/>
            <a:ext cx="7717320" cy="1018440"/>
          </a:xfrm>
          <a:prstGeom prst="rect">
            <a:avLst/>
          </a:prstGeom>
          <a:noFill/>
          <a:ln w="0">
            <a:noFill/>
          </a:ln>
        </p:spPr>
        <p:txBody>
          <a:bodyPr lIns="91440" rIns="91440" tIns="91440" bIns="91440" anchor="t">
            <a:noAutofit/>
          </a:bodyPr>
          <a:p>
            <a:pPr indent="0">
              <a:buNone/>
            </a:pPr>
            <a:r>
              <a:rPr b="0" lang="es-ES" sz="5000" strike="noStrike" u="none">
                <a:solidFill>
                  <a:srgbClr val="000000"/>
                </a:solidFill>
                <a:effectLst/>
                <a:uFillTx/>
                <a:latin typeface="Arial"/>
              </a:rPr>
              <a:t>Pulse para editar el formato del texto de título</a:t>
            </a:r>
            <a:endParaRPr b="0" lang="es-ES" sz="5000" strike="noStrike" u="none">
              <a:solidFill>
                <a:srgbClr val="000000"/>
              </a:solidFill>
              <a:effectLst/>
              <a:uFillTx/>
              <a:latin typeface="Arial"/>
            </a:endParaRPr>
          </a:p>
        </p:txBody>
      </p:sp>
      <p:sp>
        <p:nvSpPr>
          <p:cNvPr id="37" name="PlaceHolder 2"/>
          <p:cNvSpPr>
            <a:spLocks noGrp="1"/>
          </p:cNvSpPr>
          <p:nvPr>
            <p:ph type="title"/>
          </p:nvPr>
        </p:nvSpPr>
        <p:spPr>
          <a:xfrm>
            <a:off x="713160" y="499680"/>
            <a:ext cx="1267200" cy="684360"/>
          </a:xfrm>
          <a:prstGeom prst="rect">
            <a:avLst/>
          </a:prstGeom>
          <a:noFill/>
          <a:ln w="0">
            <a:noFill/>
          </a:ln>
        </p:spPr>
        <p:txBody>
          <a:bodyPr lIns="91440" rIns="91440" tIns="91440" bIns="91440" anchor="b">
            <a:noAutofit/>
          </a:bodyPr>
          <a:p>
            <a:pPr indent="0">
              <a:lnSpc>
                <a:spcPct val="100000"/>
              </a:lnSpc>
              <a:buNone/>
            </a:pPr>
            <a:r>
              <a:rPr b="0" lang="es-ES" sz="4000" strike="noStrike" u="none">
                <a:solidFill>
                  <a:schemeClr val="dk1"/>
                </a:solidFill>
                <a:effectLst/>
                <a:uFillTx/>
                <a:latin typeface="Syne SemiBold"/>
                <a:ea typeface="Syne SemiBold"/>
              </a:rPr>
              <a:t>xx%</a:t>
            </a:r>
            <a:endParaRPr b="0" lang="es-ES" sz="4000" strike="noStrike" u="none">
              <a:solidFill>
                <a:srgbClr val="000000"/>
              </a:solidFill>
              <a:effectLst/>
              <a:uFillTx/>
              <a:latin typeface="Arial"/>
            </a:endParaRPr>
          </a:p>
        </p:txBody>
      </p:sp>
      <p:sp>
        <p:nvSpPr>
          <p:cNvPr id="38" name="PlaceHolder 3"/>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b="0" lang="es-ES" sz="1400" strike="noStrike" u="none">
                <a:solidFill>
                  <a:srgbClr val="000000"/>
                </a:solidFill>
                <a:effectLst/>
                <a:uFillTx/>
                <a:latin typeface="Arial"/>
              </a:rPr>
              <a:t>Pulse para editar el formato de texto del esquema</a:t>
            </a:r>
            <a:endParaRPr b="0" lang="es-ES" sz="1400" strike="noStrike" u="none">
              <a:solidFill>
                <a:srgbClr val="000000"/>
              </a:solidFill>
              <a:effectLst/>
              <a:uFillTx/>
              <a:latin typeface="Arial"/>
            </a:endParaRPr>
          </a:p>
          <a:p>
            <a:pPr lvl="1" marL="864000" indent="-324000">
              <a:spcBef>
                <a:spcPts val="1134"/>
              </a:spcBef>
              <a:buClr>
                <a:srgbClr val="ffffff"/>
              </a:buClr>
              <a:buSzPct val="75000"/>
              <a:buFont typeface="Symbol" charset="2"/>
              <a:buChar char=""/>
            </a:pPr>
            <a:r>
              <a:rPr b="0" lang="es-ES" sz="1400" strike="noStrike" u="none">
                <a:solidFill>
                  <a:srgbClr val="000000"/>
                </a:solidFill>
                <a:effectLst/>
                <a:uFillTx/>
                <a:latin typeface="Arial"/>
              </a:rPr>
              <a:t>Segundo nivel del esquema</a:t>
            </a:r>
            <a:endParaRPr b="0" lang="es-ES" sz="1400" strike="noStrike" u="none">
              <a:solidFill>
                <a:srgbClr val="000000"/>
              </a:solidFill>
              <a:effectLst/>
              <a:uFillTx/>
              <a:latin typeface="Arial"/>
            </a:endParaRPr>
          </a:p>
          <a:p>
            <a:pPr lvl="2" marL="1296000" indent="-288000">
              <a:spcBef>
                <a:spcPts val="850"/>
              </a:spcBef>
              <a:buClr>
                <a:srgbClr val="ffffff"/>
              </a:buClr>
              <a:buSzPct val="45000"/>
              <a:buFont typeface="Wingdings" charset="2"/>
              <a:buChar char=""/>
            </a:pPr>
            <a:r>
              <a:rPr b="0" lang="es-ES" sz="1400" strike="noStrike" u="none">
                <a:solidFill>
                  <a:srgbClr val="000000"/>
                </a:solidFill>
                <a:effectLst/>
                <a:uFillTx/>
                <a:latin typeface="Arial"/>
              </a:rPr>
              <a:t>Tercer nivel del esquema</a:t>
            </a:r>
            <a:endParaRPr b="0" lang="es-ES" sz="1400" strike="noStrike" u="none">
              <a:solidFill>
                <a:srgbClr val="000000"/>
              </a:solidFill>
              <a:effectLst/>
              <a:uFillTx/>
              <a:latin typeface="Arial"/>
            </a:endParaRPr>
          </a:p>
          <a:p>
            <a:pPr lvl="3" marL="1728000" indent="-216000">
              <a:spcBef>
                <a:spcPts val="567"/>
              </a:spcBef>
              <a:buClr>
                <a:srgbClr val="ffffff"/>
              </a:buClr>
              <a:buSzPct val="75000"/>
              <a:buFont typeface="Symbol" charset="2"/>
              <a:buChar char=""/>
            </a:pPr>
            <a:r>
              <a:rPr b="0" lang="es-ES" sz="1400" strike="noStrike" u="none">
                <a:solidFill>
                  <a:srgbClr val="000000"/>
                </a:solidFill>
                <a:effectLst/>
                <a:uFillTx/>
                <a:latin typeface="Arial"/>
              </a:rPr>
              <a:t>Cuarto nivel del esquema</a:t>
            </a:r>
            <a:endParaRPr b="0" lang="es-ES" sz="1400" strike="noStrike" u="none">
              <a:solidFill>
                <a:srgbClr val="000000"/>
              </a:solidFill>
              <a:effectLst/>
              <a:uFillTx/>
              <a:latin typeface="Arial"/>
            </a:endParaRPr>
          </a:p>
          <a:p>
            <a:pPr lvl="4" marL="2160000" indent="-216000">
              <a:spcBef>
                <a:spcPts val="283"/>
              </a:spcBef>
              <a:buClr>
                <a:srgbClr val="ffffff"/>
              </a:buClr>
              <a:buSzPct val="45000"/>
              <a:buFont typeface="Wingdings" charset="2"/>
              <a:buChar char=""/>
            </a:pPr>
            <a:r>
              <a:rPr b="0" lang="es-ES" sz="2000" strike="noStrike" u="none">
                <a:solidFill>
                  <a:srgbClr val="000000"/>
                </a:solidFill>
                <a:effectLst/>
                <a:uFillTx/>
                <a:latin typeface="Arial"/>
              </a:rPr>
              <a:t>Quinto nivel del esquema</a:t>
            </a:r>
            <a:endParaRPr b="0" lang="es-ES" sz="2000" strike="noStrike" u="none">
              <a:solidFill>
                <a:srgbClr val="000000"/>
              </a:solidFill>
              <a:effectLst/>
              <a:uFillTx/>
              <a:latin typeface="Arial"/>
            </a:endParaRPr>
          </a:p>
          <a:p>
            <a:pPr lvl="5" marL="2592000" indent="-216000">
              <a:spcBef>
                <a:spcPts val="283"/>
              </a:spcBef>
              <a:buClr>
                <a:srgbClr val="ffffff"/>
              </a:buClr>
              <a:buSzPct val="45000"/>
              <a:buFont typeface="Wingdings" charset="2"/>
              <a:buChar char=""/>
            </a:pPr>
            <a:r>
              <a:rPr b="0" lang="es-ES" sz="2000" strike="noStrike" u="none">
                <a:solidFill>
                  <a:srgbClr val="000000"/>
                </a:solidFill>
                <a:effectLst/>
                <a:uFillTx/>
                <a:latin typeface="Arial"/>
              </a:rPr>
              <a:t>Sexto nivel del esquema</a:t>
            </a:r>
            <a:endParaRPr b="0" lang="es-ES" sz="2000" strike="noStrike" u="none">
              <a:solidFill>
                <a:srgbClr val="000000"/>
              </a:solidFill>
              <a:effectLst/>
              <a:uFillTx/>
              <a:latin typeface="Arial"/>
            </a:endParaRPr>
          </a:p>
          <a:p>
            <a:pPr lvl="6" marL="3024000" indent="-216000">
              <a:spcBef>
                <a:spcPts val="283"/>
              </a:spcBef>
              <a:buClr>
                <a:srgbClr val="ffffff"/>
              </a:buClr>
              <a:buSzPct val="45000"/>
              <a:buFont typeface="Wingdings" charset="2"/>
              <a:buChar char=""/>
            </a:pPr>
            <a:r>
              <a:rPr b="0" lang="es-ES" sz="2000" strike="noStrike" u="none">
                <a:solidFill>
                  <a:srgbClr val="000000"/>
                </a:solidFill>
                <a:effectLst/>
                <a:uFillTx/>
                <a:latin typeface="Arial"/>
              </a:rPr>
              <a:t>Séptimo nivel del esquema</a:t>
            </a:r>
            <a:endParaRPr b="0" lang="es-ES" sz="2000" strike="noStrike" u="none">
              <a:solidFill>
                <a:srgbClr val="000000"/>
              </a:solidFill>
              <a:effectLst/>
              <a:uFillTx/>
              <a:latin typeface="Arial"/>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3_1">
    <p:bg>
      <p:bgPr>
        <a:solidFill>
          <a:schemeClr val="lt1"/>
        </a:solidFill>
      </p:bgPr>
    </p:bg>
    <p:spTree>
      <p:nvGrpSpPr>
        <p:cNvPr id="1" name=""/>
        <p:cNvGrpSpPr/>
        <p:nvPr/>
      </p:nvGrpSpPr>
      <p:grpSpPr>
        <a:xfrm>
          <a:off x="0" y="0"/>
          <a:ext cx="0" cy="0"/>
          <a:chOff x="0" y="0"/>
          <a:chExt cx="0" cy="0"/>
        </a:xfrm>
      </p:grpSpPr>
      <p:pic>
        <p:nvPicPr>
          <p:cNvPr id="39" name="Google Shape;104;p21" descr=""/>
          <p:cNvPicPr/>
          <p:nvPr/>
        </p:nvPicPr>
        <p:blipFill>
          <a:blip r:embed="rId2"/>
          <a:stretch/>
        </p:blipFill>
        <p:spPr>
          <a:xfrm>
            <a:off x="0" y="0"/>
            <a:ext cx="9143640" cy="5143320"/>
          </a:xfrm>
          <a:prstGeom prst="rect">
            <a:avLst/>
          </a:prstGeom>
          <a:noFill/>
          <a:ln w="9525">
            <a:solidFill>
              <a:srgbClr val="ffffff"/>
            </a:solidFill>
            <a:round/>
          </a:ln>
          <a:effectLst>
            <a:outerShdw dist="101823" dir="2700000" blurRad="380880" rotWithShape="0">
              <a:srgbClr val="000000">
                <a:alpha val="90000"/>
              </a:srgbClr>
            </a:outerShdw>
          </a:effectLst>
        </p:spPr>
      </p:pic>
      <p:sp>
        <p:nvSpPr>
          <p:cNvPr id="40" name="PlaceHolder 1"/>
          <p:cNvSpPr>
            <a:spLocks noGrp="1"/>
          </p:cNvSpPr>
          <p:nvPr>
            <p:ph type="title"/>
          </p:nvPr>
        </p:nvSpPr>
        <p:spPr>
          <a:xfrm>
            <a:off x="713160" y="539640"/>
            <a:ext cx="2836440" cy="785520"/>
          </a:xfrm>
          <a:prstGeom prst="rect">
            <a:avLst/>
          </a:prstGeom>
          <a:noFill/>
          <a:ln w="0">
            <a:noFill/>
          </a:ln>
        </p:spPr>
        <p:txBody>
          <a:bodyPr lIns="91440" rIns="91440" tIns="91440" bIns="91440" anchor="b">
            <a:noAutofit/>
          </a:bodyPr>
          <a:p>
            <a:pPr indent="0">
              <a:buNone/>
            </a:pPr>
            <a:r>
              <a:rPr b="0" lang="es-ES" sz="5000" strike="noStrike" u="none">
                <a:solidFill>
                  <a:srgbClr val="000000"/>
                </a:solidFill>
                <a:effectLst/>
                <a:uFillTx/>
                <a:latin typeface="Arial"/>
              </a:rPr>
              <a:t>Pulse para editar el formato del texto de título</a:t>
            </a:r>
            <a:endParaRPr b="0" lang="es-ES" sz="5000" strike="noStrike" u="none">
              <a:solidFill>
                <a:srgbClr val="000000"/>
              </a:solidFill>
              <a:effectLst/>
              <a:uFillTx/>
              <a:latin typeface="Arial"/>
            </a:endParaRPr>
          </a:p>
        </p:txBody>
      </p:sp>
      <p:sp>
        <p:nvSpPr>
          <p:cNvPr id="41" name="Google Shape;107;p21"/>
          <p:cNvSpPr/>
          <p:nvPr/>
        </p:nvSpPr>
        <p:spPr>
          <a:xfrm>
            <a:off x="5004360" y="3649680"/>
            <a:ext cx="3426120" cy="623160"/>
          </a:xfrm>
          <a:prstGeom prst="rect">
            <a:avLst/>
          </a:prstGeom>
          <a:noFill/>
          <a:ln w="0">
            <a:noFill/>
          </a:ln>
        </p:spPr>
        <p:style>
          <a:lnRef idx="0"/>
          <a:fillRef idx="0"/>
          <a:effectRef idx="0"/>
          <a:fontRef idx="minor"/>
        </p:style>
        <p:txBody>
          <a:bodyPr tIns="91440" bIns="91440" anchor="t">
            <a:noAutofit/>
          </a:bodyPr>
          <a:p>
            <a:pPr algn="r">
              <a:lnSpc>
                <a:spcPct val="100000"/>
              </a:lnSpc>
              <a:spcBef>
                <a:spcPts val="300"/>
              </a:spcBef>
              <a:tabLst>
                <a:tab algn="l" pos="0"/>
              </a:tabLst>
            </a:pPr>
            <a:r>
              <a:rPr b="1" lang="en" sz="1000" strike="noStrike" u="none">
                <a:solidFill>
                  <a:schemeClr val="dk1"/>
                </a:solidFill>
                <a:effectLst/>
                <a:uFillTx/>
                <a:latin typeface="Open Sans"/>
                <a:ea typeface="Open Sans"/>
              </a:rPr>
              <a:t>CREDITS:</a:t>
            </a:r>
            <a:r>
              <a:rPr b="0" lang="en" sz="1000" strike="noStrike" u="none">
                <a:solidFill>
                  <a:schemeClr val="dk1"/>
                </a:solidFill>
                <a:effectLst/>
                <a:uFillTx/>
                <a:latin typeface="Open Sans"/>
                <a:ea typeface="Open Sans"/>
              </a:rPr>
              <a:t> This presentation template was created by </a:t>
            </a:r>
            <a:r>
              <a:rPr b="1" lang="en" sz="1000" strike="noStrike" u="sng">
                <a:solidFill>
                  <a:schemeClr val="hlink"/>
                </a:solidFill>
                <a:effectLst/>
                <a:uFillTx/>
                <a:latin typeface="Open Sans"/>
                <a:ea typeface="Open Sans"/>
                <a:hlinkClick r:id="rId3"/>
              </a:rPr>
              <a:t>Slidesgo</a:t>
            </a:r>
            <a:r>
              <a:rPr b="0" lang="en" sz="1000" strike="noStrike" u="none">
                <a:solidFill>
                  <a:schemeClr val="dk1"/>
                </a:solidFill>
                <a:effectLst/>
                <a:uFillTx/>
                <a:latin typeface="Open Sans"/>
                <a:ea typeface="Open Sans"/>
              </a:rPr>
              <a:t>, and includes icons by </a:t>
            </a:r>
            <a:r>
              <a:rPr b="1" lang="en" sz="1000" strike="noStrike" u="sng">
                <a:solidFill>
                  <a:schemeClr val="dk1"/>
                </a:solidFill>
                <a:effectLst/>
                <a:uFillTx/>
                <a:latin typeface="Open Sans"/>
                <a:ea typeface="Open Sans"/>
                <a:hlinkClick r:id="rId4"/>
              </a:rPr>
              <a:t>Flaticon</a:t>
            </a:r>
            <a:r>
              <a:rPr b="0" lang="en" sz="1000" strike="noStrike" u="none">
                <a:solidFill>
                  <a:schemeClr val="dk1"/>
                </a:solidFill>
                <a:effectLst/>
                <a:uFillTx/>
                <a:latin typeface="Open Sans"/>
                <a:ea typeface="Open Sans"/>
              </a:rPr>
              <a:t>, and infographics &amp; images by </a:t>
            </a:r>
            <a:r>
              <a:rPr b="1" lang="en" sz="1000" strike="noStrike" u="sng">
                <a:solidFill>
                  <a:schemeClr val="dk1"/>
                </a:solidFill>
                <a:effectLst/>
                <a:uFillTx/>
                <a:latin typeface="Open Sans"/>
                <a:ea typeface="Open Sans"/>
                <a:hlinkClick r:id="rId5"/>
              </a:rPr>
              <a:t>Freepik</a:t>
            </a:r>
            <a:r>
              <a:rPr b="0" lang="en" sz="1000" strike="noStrike" u="sng">
                <a:solidFill>
                  <a:schemeClr val="dk1"/>
                </a:solidFill>
                <a:effectLst/>
                <a:uFillTx/>
                <a:latin typeface="Open Sans"/>
                <a:ea typeface="Open Sans"/>
              </a:rPr>
              <a:t> </a:t>
            </a:r>
            <a:endParaRPr b="0" lang="es-ES" sz="1000" strike="noStrike" u="none">
              <a:solidFill>
                <a:srgbClr val="ffffff"/>
              </a:solidFill>
              <a:effectLst/>
              <a:uFillTx/>
              <a:latin typeface="Arial"/>
            </a:endParaRPr>
          </a:p>
        </p:txBody>
      </p:sp>
      <p:sp>
        <p:nvSpPr>
          <p:cNvPr id="42"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b="0" lang="es-ES" sz="1400" strike="noStrike" u="none">
                <a:solidFill>
                  <a:srgbClr val="000000"/>
                </a:solidFill>
                <a:effectLst/>
                <a:uFillTx/>
                <a:latin typeface="Arial"/>
              </a:rPr>
              <a:t>Pulse para editar el formato de texto del esquema</a:t>
            </a:r>
            <a:endParaRPr b="0" lang="es-ES" sz="1400" strike="noStrike" u="none">
              <a:solidFill>
                <a:srgbClr val="000000"/>
              </a:solidFill>
              <a:effectLst/>
              <a:uFillTx/>
              <a:latin typeface="Arial"/>
            </a:endParaRPr>
          </a:p>
          <a:p>
            <a:pPr lvl="1" marL="864000" indent="-324000">
              <a:spcBef>
                <a:spcPts val="1134"/>
              </a:spcBef>
              <a:buClr>
                <a:srgbClr val="ffffff"/>
              </a:buClr>
              <a:buSzPct val="75000"/>
              <a:buFont typeface="Symbol" charset="2"/>
              <a:buChar char=""/>
            </a:pPr>
            <a:r>
              <a:rPr b="0" lang="es-ES" sz="1400" strike="noStrike" u="none">
                <a:solidFill>
                  <a:srgbClr val="000000"/>
                </a:solidFill>
                <a:effectLst/>
                <a:uFillTx/>
                <a:latin typeface="Arial"/>
              </a:rPr>
              <a:t>Segundo nivel del esquema</a:t>
            </a:r>
            <a:endParaRPr b="0" lang="es-ES" sz="1400" strike="noStrike" u="none">
              <a:solidFill>
                <a:srgbClr val="000000"/>
              </a:solidFill>
              <a:effectLst/>
              <a:uFillTx/>
              <a:latin typeface="Arial"/>
            </a:endParaRPr>
          </a:p>
          <a:p>
            <a:pPr lvl="2" marL="1296000" indent="-288000">
              <a:spcBef>
                <a:spcPts val="850"/>
              </a:spcBef>
              <a:buClr>
                <a:srgbClr val="ffffff"/>
              </a:buClr>
              <a:buSzPct val="45000"/>
              <a:buFont typeface="Wingdings" charset="2"/>
              <a:buChar char=""/>
            </a:pPr>
            <a:r>
              <a:rPr b="0" lang="es-ES" sz="1400" strike="noStrike" u="none">
                <a:solidFill>
                  <a:srgbClr val="000000"/>
                </a:solidFill>
                <a:effectLst/>
                <a:uFillTx/>
                <a:latin typeface="Arial"/>
              </a:rPr>
              <a:t>Tercer nivel del esquema</a:t>
            </a:r>
            <a:endParaRPr b="0" lang="es-ES" sz="1400" strike="noStrike" u="none">
              <a:solidFill>
                <a:srgbClr val="000000"/>
              </a:solidFill>
              <a:effectLst/>
              <a:uFillTx/>
              <a:latin typeface="Arial"/>
            </a:endParaRPr>
          </a:p>
          <a:p>
            <a:pPr lvl="3" marL="1728000" indent="-216000">
              <a:spcBef>
                <a:spcPts val="567"/>
              </a:spcBef>
              <a:buClr>
                <a:srgbClr val="ffffff"/>
              </a:buClr>
              <a:buSzPct val="75000"/>
              <a:buFont typeface="Symbol" charset="2"/>
              <a:buChar char=""/>
            </a:pPr>
            <a:r>
              <a:rPr b="0" lang="es-ES" sz="1400" strike="noStrike" u="none">
                <a:solidFill>
                  <a:srgbClr val="000000"/>
                </a:solidFill>
                <a:effectLst/>
                <a:uFillTx/>
                <a:latin typeface="Arial"/>
              </a:rPr>
              <a:t>Cuarto nivel del esquema</a:t>
            </a:r>
            <a:endParaRPr b="0" lang="es-ES" sz="1400" strike="noStrike" u="none">
              <a:solidFill>
                <a:srgbClr val="000000"/>
              </a:solidFill>
              <a:effectLst/>
              <a:uFillTx/>
              <a:latin typeface="Arial"/>
            </a:endParaRPr>
          </a:p>
          <a:p>
            <a:pPr lvl="4" marL="2160000" indent="-216000">
              <a:spcBef>
                <a:spcPts val="283"/>
              </a:spcBef>
              <a:buClr>
                <a:srgbClr val="ffffff"/>
              </a:buClr>
              <a:buSzPct val="45000"/>
              <a:buFont typeface="Wingdings" charset="2"/>
              <a:buChar char=""/>
            </a:pPr>
            <a:r>
              <a:rPr b="0" lang="es-ES" sz="2000" strike="noStrike" u="none">
                <a:solidFill>
                  <a:srgbClr val="000000"/>
                </a:solidFill>
                <a:effectLst/>
                <a:uFillTx/>
                <a:latin typeface="Arial"/>
              </a:rPr>
              <a:t>Quinto nivel del esquema</a:t>
            </a:r>
            <a:endParaRPr b="0" lang="es-ES" sz="2000" strike="noStrike" u="none">
              <a:solidFill>
                <a:srgbClr val="000000"/>
              </a:solidFill>
              <a:effectLst/>
              <a:uFillTx/>
              <a:latin typeface="Arial"/>
            </a:endParaRPr>
          </a:p>
          <a:p>
            <a:pPr lvl="5" marL="2592000" indent="-216000">
              <a:spcBef>
                <a:spcPts val="283"/>
              </a:spcBef>
              <a:buClr>
                <a:srgbClr val="ffffff"/>
              </a:buClr>
              <a:buSzPct val="45000"/>
              <a:buFont typeface="Wingdings" charset="2"/>
              <a:buChar char=""/>
            </a:pPr>
            <a:r>
              <a:rPr b="0" lang="es-ES" sz="2000" strike="noStrike" u="none">
                <a:solidFill>
                  <a:srgbClr val="000000"/>
                </a:solidFill>
                <a:effectLst/>
                <a:uFillTx/>
                <a:latin typeface="Arial"/>
              </a:rPr>
              <a:t>Sexto nivel del esquema</a:t>
            </a:r>
            <a:endParaRPr b="0" lang="es-ES" sz="2000" strike="noStrike" u="none">
              <a:solidFill>
                <a:srgbClr val="000000"/>
              </a:solidFill>
              <a:effectLst/>
              <a:uFillTx/>
              <a:latin typeface="Arial"/>
            </a:endParaRPr>
          </a:p>
          <a:p>
            <a:pPr lvl="6" marL="3024000" indent="-216000">
              <a:spcBef>
                <a:spcPts val="283"/>
              </a:spcBef>
              <a:buClr>
                <a:srgbClr val="ffffff"/>
              </a:buClr>
              <a:buSzPct val="45000"/>
              <a:buFont typeface="Wingdings" charset="2"/>
              <a:buChar char=""/>
            </a:pPr>
            <a:r>
              <a:rPr b="0" lang="es-ES" sz="2000" strike="noStrike" u="none">
                <a:solidFill>
                  <a:srgbClr val="000000"/>
                </a:solidFill>
                <a:effectLst/>
                <a:uFillTx/>
                <a:latin typeface="Arial"/>
              </a:rPr>
              <a:t>Séptimo nivel del esquema</a:t>
            </a:r>
            <a:endParaRPr b="0" lang="es-ES" sz="2000" strike="noStrike" u="none">
              <a:solidFill>
                <a:srgbClr val="000000"/>
              </a:solidFill>
              <a:effectLst/>
              <a:uFillTx/>
              <a:latin typeface="Arial"/>
            </a:endParaRP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9">
    <p:bg>
      <p:bgPr>
        <a:solidFill>
          <a:schemeClr val="lt1"/>
        </a:solidFill>
      </p:bgPr>
    </p:bg>
    <p:spTree>
      <p:nvGrpSpPr>
        <p:cNvPr id="1" name=""/>
        <p:cNvGrpSpPr/>
        <p:nvPr/>
      </p:nvGrpSpPr>
      <p:grpSpPr>
        <a:xfrm>
          <a:off x="0" y="0"/>
          <a:ext cx="0" cy="0"/>
          <a:chOff x="0" y="0"/>
          <a:chExt cx="0" cy="0"/>
        </a:xfrm>
      </p:grpSpPr>
      <p:pic>
        <p:nvPicPr>
          <p:cNvPr id="43" name="Google Shape;109;p22" descr=""/>
          <p:cNvPicPr/>
          <p:nvPr/>
        </p:nvPicPr>
        <p:blipFill>
          <a:blip r:embed="rId2"/>
          <a:stretch/>
        </p:blipFill>
        <p:spPr>
          <a:xfrm>
            <a:off x="0" y="0"/>
            <a:ext cx="9143640" cy="5143320"/>
          </a:xfrm>
          <a:prstGeom prst="rect">
            <a:avLst/>
          </a:prstGeom>
          <a:noFill/>
          <a:ln w="9525">
            <a:solidFill>
              <a:srgbClr val="ffffff"/>
            </a:solidFill>
            <a:round/>
          </a:ln>
          <a:effectLst>
            <a:outerShdw dist="101823" dir="2700000" blurRad="380880" rotWithShape="0">
              <a:srgbClr val="000000">
                <a:alpha val="90000"/>
              </a:srgbClr>
            </a:outerShdw>
          </a:effectLst>
        </p:spPr>
      </p:pic>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9_1">
    <p:bg>
      <p:bgPr>
        <a:solidFill>
          <a:schemeClr val="lt1"/>
        </a:solidFill>
      </p:bgPr>
    </p:bg>
    <p:spTree>
      <p:nvGrpSpPr>
        <p:cNvPr id="1" name=""/>
        <p:cNvGrpSpPr/>
        <p:nvPr/>
      </p:nvGrpSpPr>
      <p:grpSpPr>
        <a:xfrm>
          <a:off x="0" y="0"/>
          <a:ext cx="0" cy="0"/>
          <a:chOff x="0" y="0"/>
          <a:chExt cx="0" cy="0"/>
        </a:xfrm>
      </p:grpSpPr>
      <p:pic>
        <p:nvPicPr>
          <p:cNvPr id="44" name="Google Shape;111;p23" descr=""/>
          <p:cNvPicPr/>
          <p:nvPr/>
        </p:nvPicPr>
        <p:blipFill>
          <a:blip r:embed="rId2"/>
          <a:stretch/>
        </p:blipFill>
        <p:spPr>
          <a:xfrm>
            <a:off x="0" y="0"/>
            <a:ext cx="9143640" cy="5143320"/>
          </a:xfrm>
          <a:prstGeom prst="rect">
            <a:avLst/>
          </a:prstGeom>
          <a:noFill/>
          <a:ln w="9525">
            <a:solidFill>
              <a:srgbClr val="ffffff"/>
            </a:solidFill>
            <a:round/>
          </a:ln>
          <a:effectLst>
            <a:outerShdw dist="101823" dir="2700000" blurRad="380880" rotWithShape="0">
              <a:srgbClr val="000000">
                <a:alpha val="90000"/>
              </a:srgbClr>
            </a:outerShdw>
          </a:effectLst>
        </p:spPr>
      </p:pic>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_AND_BODY">
    <p:bg>
      <p:bgPr>
        <a:solidFill>
          <a:schemeClr val="lt1"/>
        </a:solidFill>
      </p:bgPr>
    </p:bg>
    <p:spTree>
      <p:nvGrpSpPr>
        <p:cNvPr id="1" name=""/>
        <p:cNvGrpSpPr/>
        <p:nvPr/>
      </p:nvGrpSpPr>
      <p:grpSpPr>
        <a:xfrm>
          <a:off x="0" y="0"/>
          <a:ext cx="0" cy="0"/>
          <a:chOff x="0" y="0"/>
          <a:chExt cx="0" cy="0"/>
        </a:xfrm>
      </p:grpSpPr>
      <p:pic>
        <p:nvPicPr>
          <p:cNvPr id="45" name="Google Shape;17;p4" descr=""/>
          <p:cNvPicPr/>
          <p:nvPr/>
        </p:nvPicPr>
        <p:blipFill>
          <a:blip r:embed="rId2"/>
          <a:stretch/>
        </p:blipFill>
        <p:spPr>
          <a:xfrm>
            <a:off x="0" y="0"/>
            <a:ext cx="9143640" cy="5143320"/>
          </a:xfrm>
          <a:prstGeom prst="rect">
            <a:avLst/>
          </a:prstGeom>
          <a:noFill/>
          <a:ln w="9525">
            <a:solidFill>
              <a:srgbClr val="ffffff"/>
            </a:solidFill>
            <a:round/>
          </a:ln>
          <a:effectLst>
            <a:outerShdw dist="101823" dir="2700000" blurRad="380880" rotWithShape="0">
              <a:srgbClr val="000000">
                <a:alpha val="90000"/>
              </a:srgbClr>
            </a:outerShdw>
          </a:effectLst>
        </p:spPr>
      </p:pic>
      <p:sp>
        <p:nvSpPr>
          <p:cNvPr id="46" name="PlaceHolder 1"/>
          <p:cNvSpPr>
            <a:spLocks noGrp="1"/>
          </p:cNvSpPr>
          <p:nvPr>
            <p:ph type="title"/>
          </p:nvPr>
        </p:nvSpPr>
        <p:spPr>
          <a:xfrm>
            <a:off x="720000" y="444960"/>
            <a:ext cx="7703640" cy="572400"/>
          </a:xfrm>
          <a:prstGeom prst="rect">
            <a:avLst/>
          </a:prstGeom>
          <a:noFill/>
          <a:ln w="0">
            <a:noFill/>
          </a:ln>
        </p:spPr>
        <p:txBody>
          <a:bodyPr lIns="91440" rIns="91440" tIns="91440" bIns="91440" anchor="t">
            <a:noAutofit/>
          </a:bodyPr>
          <a:p>
            <a:pPr indent="0">
              <a:buNone/>
            </a:pPr>
            <a:r>
              <a:rPr b="0" lang="es-ES" sz="2600" strike="noStrike" u="none">
                <a:solidFill>
                  <a:srgbClr val="000000"/>
                </a:solidFill>
                <a:effectLst/>
                <a:uFillTx/>
                <a:latin typeface="Arial"/>
              </a:rPr>
              <a:t>Pulse para editar el formato del texto de título</a:t>
            </a:r>
            <a:endParaRPr b="0" lang="es-ES" sz="2600" strike="noStrike" u="none">
              <a:solidFill>
                <a:srgbClr val="000000"/>
              </a:solidFill>
              <a:effectLst/>
              <a:uFillTx/>
              <a:latin typeface="Arial"/>
            </a:endParaRPr>
          </a:p>
        </p:txBody>
      </p:sp>
      <p:sp>
        <p:nvSpPr>
          <p:cNvPr id="47" name="PlaceHolder 2"/>
          <p:cNvSpPr>
            <a:spLocks noGrp="1"/>
          </p:cNvSpPr>
          <p:nvPr>
            <p:ph type="body"/>
          </p:nvPr>
        </p:nvSpPr>
        <p:spPr>
          <a:xfrm>
            <a:off x="720000" y="1215720"/>
            <a:ext cx="7703640" cy="3416040"/>
          </a:xfrm>
          <a:prstGeom prst="rect">
            <a:avLst/>
          </a:prstGeom>
          <a:noFill/>
          <a:ln w="0">
            <a:noFill/>
          </a:ln>
        </p:spPr>
        <p:txBody>
          <a:bodyPr lIns="91440" rIns="91440" tIns="91440" bIns="91440" anchor="t">
            <a:noAutofit/>
          </a:bodyPr>
          <a:p>
            <a:pPr marL="432000" indent="-324000">
              <a:spcBef>
                <a:spcPts val="1417"/>
              </a:spcBef>
              <a:buClr>
                <a:srgbClr val="ffffff"/>
              </a:buClr>
              <a:buSzPct val="45000"/>
              <a:buFont typeface="Wingdings" charset="2"/>
              <a:buChar char=""/>
            </a:pPr>
            <a:r>
              <a:rPr b="0" lang="es-ES" sz="1200" strike="noStrike" u="none">
                <a:solidFill>
                  <a:srgbClr val="000000"/>
                </a:solidFill>
                <a:effectLst/>
                <a:uFillTx/>
                <a:latin typeface="Arial"/>
              </a:rPr>
              <a:t>Pulse para editar el formato de texto del esquema</a:t>
            </a:r>
            <a:endParaRPr b="0" lang="es-ES" sz="1200" strike="noStrike" u="none">
              <a:solidFill>
                <a:srgbClr val="000000"/>
              </a:solidFill>
              <a:effectLst/>
              <a:uFillTx/>
              <a:latin typeface="Arial"/>
            </a:endParaRPr>
          </a:p>
          <a:p>
            <a:pPr lvl="1" marL="864000" indent="-324000">
              <a:spcBef>
                <a:spcPts val="1134"/>
              </a:spcBef>
              <a:buClr>
                <a:srgbClr val="ffffff"/>
              </a:buClr>
              <a:buSzPct val="75000"/>
              <a:buFont typeface="Symbol" charset="2"/>
              <a:buChar char=""/>
            </a:pPr>
            <a:r>
              <a:rPr b="0" lang="es-ES" sz="1200" strike="noStrike" u="none">
                <a:solidFill>
                  <a:srgbClr val="000000"/>
                </a:solidFill>
                <a:effectLst/>
                <a:uFillTx/>
                <a:latin typeface="Arial"/>
              </a:rPr>
              <a:t>Segundo nivel del esquema</a:t>
            </a:r>
            <a:endParaRPr b="0" lang="es-ES" sz="1200" strike="noStrike" u="none">
              <a:solidFill>
                <a:srgbClr val="000000"/>
              </a:solidFill>
              <a:effectLst/>
              <a:uFillTx/>
              <a:latin typeface="Arial"/>
            </a:endParaRPr>
          </a:p>
          <a:p>
            <a:pPr lvl="2" marL="1296000" indent="-288000">
              <a:spcBef>
                <a:spcPts val="850"/>
              </a:spcBef>
              <a:buClr>
                <a:srgbClr val="ffffff"/>
              </a:buClr>
              <a:buSzPct val="45000"/>
              <a:buFont typeface="Wingdings" charset="2"/>
              <a:buChar char=""/>
            </a:pPr>
            <a:r>
              <a:rPr b="0" lang="es-ES" sz="1200" strike="noStrike" u="none">
                <a:solidFill>
                  <a:srgbClr val="000000"/>
                </a:solidFill>
                <a:effectLst/>
                <a:uFillTx/>
                <a:latin typeface="Arial"/>
              </a:rPr>
              <a:t>Tercer nivel del esquema</a:t>
            </a:r>
            <a:endParaRPr b="0" lang="es-ES" sz="1200" strike="noStrike" u="none">
              <a:solidFill>
                <a:srgbClr val="000000"/>
              </a:solidFill>
              <a:effectLst/>
              <a:uFillTx/>
              <a:latin typeface="Arial"/>
            </a:endParaRPr>
          </a:p>
          <a:p>
            <a:pPr lvl="3" marL="1728000" indent="-216000">
              <a:spcBef>
                <a:spcPts val="567"/>
              </a:spcBef>
              <a:buClr>
                <a:srgbClr val="ffffff"/>
              </a:buClr>
              <a:buSzPct val="75000"/>
              <a:buFont typeface="Symbol" charset="2"/>
              <a:buChar char=""/>
            </a:pPr>
            <a:r>
              <a:rPr b="0" lang="es-ES" sz="1200" strike="noStrike" u="none">
                <a:solidFill>
                  <a:srgbClr val="000000"/>
                </a:solidFill>
                <a:effectLst/>
                <a:uFillTx/>
                <a:latin typeface="Arial"/>
              </a:rPr>
              <a:t>Cuarto nivel del esquema</a:t>
            </a:r>
            <a:endParaRPr b="0" lang="es-ES" sz="1200" strike="noStrike" u="none">
              <a:solidFill>
                <a:srgbClr val="000000"/>
              </a:solidFill>
              <a:effectLst/>
              <a:uFillTx/>
              <a:latin typeface="Arial"/>
            </a:endParaRPr>
          </a:p>
          <a:p>
            <a:pPr lvl="4" marL="2160000" indent="-216000">
              <a:spcBef>
                <a:spcPts val="283"/>
              </a:spcBef>
              <a:buClr>
                <a:srgbClr val="ffffff"/>
              </a:buClr>
              <a:buSzPct val="45000"/>
              <a:buFont typeface="Wingdings" charset="2"/>
              <a:buChar char=""/>
            </a:pPr>
            <a:r>
              <a:rPr b="0" lang="es-ES" sz="1200" strike="noStrike" u="none">
                <a:solidFill>
                  <a:srgbClr val="000000"/>
                </a:solidFill>
                <a:effectLst/>
                <a:uFillTx/>
                <a:latin typeface="Arial"/>
              </a:rPr>
              <a:t>Quinto nivel del esquema</a:t>
            </a:r>
            <a:endParaRPr b="0" lang="es-ES" sz="1200" strike="noStrike" u="none">
              <a:solidFill>
                <a:srgbClr val="000000"/>
              </a:solidFill>
              <a:effectLst/>
              <a:uFillTx/>
              <a:latin typeface="Arial"/>
            </a:endParaRPr>
          </a:p>
          <a:p>
            <a:pPr lvl="5" marL="2592000" indent="-216000">
              <a:spcBef>
                <a:spcPts val="283"/>
              </a:spcBef>
              <a:buClr>
                <a:srgbClr val="ffffff"/>
              </a:buClr>
              <a:buSzPct val="45000"/>
              <a:buFont typeface="Wingdings" charset="2"/>
              <a:buChar char=""/>
            </a:pPr>
            <a:r>
              <a:rPr b="0" lang="es-ES" sz="1200" strike="noStrike" u="none">
                <a:solidFill>
                  <a:srgbClr val="000000"/>
                </a:solidFill>
                <a:effectLst/>
                <a:uFillTx/>
                <a:latin typeface="Arial"/>
              </a:rPr>
              <a:t>Sexto nivel del esquema</a:t>
            </a:r>
            <a:endParaRPr b="0" lang="es-ES" sz="1200" strike="noStrike" u="none">
              <a:solidFill>
                <a:srgbClr val="000000"/>
              </a:solidFill>
              <a:effectLst/>
              <a:uFillTx/>
              <a:latin typeface="Arial"/>
            </a:endParaRPr>
          </a:p>
          <a:p>
            <a:pPr lvl="6" marL="3024000" indent="-216000">
              <a:spcBef>
                <a:spcPts val="283"/>
              </a:spcBef>
              <a:buClr>
                <a:srgbClr val="ffffff"/>
              </a:buClr>
              <a:buSzPct val="45000"/>
              <a:buFont typeface="Wingdings" charset="2"/>
              <a:buChar char=""/>
            </a:pPr>
            <a:r>
              <a:rPr b="0" lang="es-ES" sz="1200" strike="noStrike" u="none">
                <a:solidFill>
                  <a:srgbClr val="000000"/>
                </a:solidFill>
                <a:effectLst/>
                <a:uFillTx/>
                <a:latin typeface="Arial"/>
              </a:rPr>
              <a:t>Séptimo nivel del esquema</a:t>
            </a:r>
            <a:endParaRPr b="0" lang="es-ES" sz="1200" strike="noStrike" u="none">
              <a:solidFill>
                <a:srgbClr val="000000"/>
              </a:solidFill>
              <a:effectLst/>
              <a:uFillTx/>
              <a:latin typeface="Arial"/>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_AND_TWO_COLUMNS">
    <p:bg>
      <p:bgPr>
        <a:solidFill>
          <a:schemeClr val="lt1"/>
        </a:solidFill>
      </p:bgPr>
    </p:bg>
    <p:spTree>
      <p:nvGrpSpPr>
        <p:cNvPr id="1" name=""/>
        <p:cNvGrpSpPr/>
        <p:nvPr/>
      </p:nvGrpSpPr>
      <p:grpSpPr>
        <a:xfrm>
          <a:off x="0" y="0"/>
          <a:ext cx="0" cy="0"/>
          <a:chOff x="0" y="0"/>
          <a:chExt cx="0" cy="0"/>
        </a:xfrm>
      </p:grpSpPr>
      <p:pic>
        <p:nvPicPr>
          <p:cNvPr id="48" name="Google Shape;21;p5" descr=""/>
          <p:cNvPicPr/>
          <p:nvPr/>
        </p:nvPicPr>
        <p:blipFill>
          <a:blip r:embed="rId2"/>
          <a:stretch/>
        </p:blipFill>
        <p:spPr>
          <a:xfrm>
            <a:off x="0" y="0"/>
            <a:ext cx="9143640" cy="5143320"/>
          </a:xfrm>
          <a:prstGeom prst="rect">
            <a:avLst/>
          </a:prstGeom>
          <a:noFill/>
          <a:ln w="9525">
            <a:solidFill>
              <a:srgbClr val="ffffff"/>
            </a:solidFill>
            <a:round/>
          </a:ln>
          <a:effectLst>
            <a:outerShdw dist="101823" dir="2700000" blurRad="380880" rotWithShape="0">
              <a:srgbClr val="000000">
                <a:alpha val="90000"/>
              </a:srgbClr>
            </a:outerShdw>
          </a:effectLst>
        </p:spPr>
      </p:pic>
      <p:sp>
        <p:nvSpPr>
          <p:cNvPr id="49" name="PlaceHolder 1"/>
          <p:cNvSpPr>
            <a:spLocks noGrp="1"/>
          </p:cNvSpPr>
          <p:nvPr>
            <p:ph type="title"/>
          </p:nvPr>
        </p:nvSpPr>
        <p:spPr>
          <a:xfrm>
            <a:off x="720000" y="3644280"/>
            <a:ext cx="2954880" cy="959400"/>
          </a:xfrm>
          <a:prstGeom prst="rect">
            <a:avLst/>
          </a:prstGeom>
          <a:noFill/>
          <a:ln w="0">
            <a:noFill/>
          </a:ln>
        </p:spPr>
        <p:txBody>
          <a:bodyPr lIns="91440" rIns="91440" tIns="91440" bIns="91440" anchor="t">
            <a:noAutofit/>
          </a:bodyPr>
          <a:p>
            <a:pPr indent="0">
              <a:buNone/>
            </a:pPr>
            <a:r>
              <a:rPr b="0" lang="es-ES" sz="2600" strike="noStrike" u="none">
                <a:solidFill>
                  <a:srgbClr val="000000"/>
                </a:solidFill>
                <a:effectLst/>
                <a:uFillTx/>
                <a:latin typeface="Arial"/>
              </a:rPr>
              <a:t>Pulse para editar el formato del texto de título</a:t>
            </a:r>
            <a:endParaRPr b="0" lang="es-ES" sz="2600" strike="noStrike" u="none">
              <a:solidFill>
                <a:srgbClr val="000000"/>
              </a:solidFill>
              <a:effectLst/>
              <a:uFillTx/>
              <a:latin typeface="Arial"/>
            </a:endParaRPr>
          </a:p>
        </p:txBody>
      </p:sp>
      <p:sp>
        <p:nvSpPr>
          <p:cNvPr id="50"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b="0" lang="es-ES" sz="1400" strike="noStrike" u="none">
                <a:solidFill>
                  <a:srgbClr val="000000"/>
                </a:solidFill>
                <a:effectLst/>
                <a:uFillTx/>
                <a:latin typeface="Arial"/>
              </a:rPr>
              <a:t>Pulse para editar el formato de texto del esquema</a:t>
            </a:r>
            <a:endParaRPr b="0" lang="es-ES" sz="1400" strike="noStrike" u="none">
              <a:solidFill>
                <a:srgbClr val="000000"/>
              </a:solidFill>
              <a:effectLst/>
              <a:uFillTx/>
              <a:latin typeface="Arial"/>
            </a:endParaRPr>
          </a:p>
          <a:p>
            <a:pPr lvl="1" marL="864000" indent="-324000">
              <a:spcBef>
                <a:spcPts val="1134"/>
              </a:spcBef>
              <a:buClr>
                <a:srgbClr val="ffffff"/>
              </a:buClr>
              <a:buSzPct val="75000"/>
              <a:buFont typeface="Symbol" charset="2"/>
              <a:buChar char=""/>
            </a:pPr>
            <a:r>
              <a:rPr b="0" lang="es-ES" sz="1400" strike="noStrike" u="none">
                <a:solidFill>
                  <a:srgbClr val="000000"/>
                </a:solidFill>
                <a:effectLst/>
                <a:uFillTx/>
                <a:latin typeface="Arial"/>
              </a:rPr>
              <a:t>Segundo nivel del esquema</a:t>
            </a:r>
            <a:endParaRPr b="0" lang="es-ES" sz="1400" strike="noStrike" u="none">
              <a:solidFill>
                <a:srgbClr val="000000"/>
              </a:solidFill>
              <a:effectLst/>
              <a:uFillTx/>
              <a:latin typeface="Arial"/>
            </a:endParaRPr>
          </a:p>
          <a:p>
            <a:pPr lvl="2" marL="1296000" indent="-288000">
              <a:spcBef>
                <a:spcPts val="850"/>
              </a:spcBef>
              <a:buClr>
                <a:srgbClr val="ffffff"/>
              </a:buClr>
              <a:buSzPct val="45000"/>
              <a:buFont typeface="Wingdings" charset="2"/>
              <a:buChar char=""/>
            </a:pPr>
            <a:r>
              <a:rPr b="0" lang="es-ES" sz="1400" strike="noStrike" u="none">
                <a:solidFill>
                  <a:srgbClr val="000000"/>
                </a:solidFill>
                <a:effectLst/>
                <a:uFillTx/>
                <a:latin typeface="Arial"/>
              </a:rPr>
              <a:t>Tercer nivel del esquema</a:t>
            </a:r>
            <a:endParaRPr b="0" lang="es-ES" sz="1400" strike="noStrike" u="none">
              <a:solidFill>
                <a:srgbClr val="000000"/>
              </a:solidFill>
              <a:effectLst/>
              <a:uFillTx/>
              <a:latin typeface="Arial"/>
            </a:endParaRPr>
          </a:p>
          <a:p>
            <a:pPr lvl="3" marL="1728000" indent="-216000">
              <a:spcBef>
                <a:spcPts val="567"/>
              </a:spcBef>
              <a:buClr>
                <a:srgbClr val="ffffff"/>
              </a:buClr>
              <a:buSzPct val="75000"/>
              <a:buFont typeface="Symbol" charset="2"/>
              <a:buChar char=""/>
            </a:pPr>
            <a:r>
              <a:rPr b="0" lang="es-ES" sz="1400" strike="noStrike" u="none">
                <a:solidFill>
                  <a:srgbClr val="000000"/>
                </a:solidFill>
                <a:effectLst/>
                <a:uFillTx/>
                <a:latin typeface="Arial"/>
              </a:rPr>
              <a:t>Cuarto nivel del esquema</a:t>
            </a:r>
            <a:endParaRPr b="0" lang="es-ES" sz="1400" strike="noStrike" u="none">
              <a:solidFill>
                <a:srgbClr val="000000"/>
              </a:solidFill>
              <a:effectLst/>
              <a:uFillTx/>
              <a:latin typeface="Arial"/>
            </a:endParaRPr>
          </a:p>
          <a:p>
            <a:pPr lvl="4" marL="2160000" indent="-216000">
              <a:spcBef>
                <a:spcPts val="283"/>
              </a:spcBef>
              <a:buClr>
                <a:srgbClr val="ffffff"/>
              </a:buClr>
              <a:buSzPct val="45000"/>
              <a:buFont typeface="Wingdings" charset="2"/>
              <a:buChar char=""/>
            </a:pPr>
            <a:r>
              <a:rPr b="0" lang="es-ES" sz="2000" strike="noStrike" u="none">
                <a:solidFill>
                  <a:srgbClr val="000000"/>
                </a:solidFill>
                <a:effectLst/>
                <a:uFillTx/>
                <a:latin typeface="Arial"/>
              </a:rPr>
              <a:t>Quinto nivel del esquema</a:t>
            </a:r>
            <a:endParaRPr b="0" lang="es-ES" sz="2000" strike="noStrike" u="none">
              <a:solidFill>
                <a:srgbClr val="000000"/>
              </a:solidFill>
              <a:effectLst/>
              <a:uFillTx/>
              <a:latin typeface="Arial"/>
            </a:endParaRPr>
          </a:p>
          <a:p>
            <a:pPr lvl="5" marL="2592000" indent="-216000">
              <a:spcBef>
                <a:spcPts val="283"/>
              </a:spcBef>
              <a:buClr>
                <a:srgbClr val="ffffff"/>
              </a:buClr>
              <a:buSzPct val="45000"/>
              <a:buFont typeface="Wingdings" charset="2"/>
              <a:buChar char=""/>
            </a:pPr>
            <a:r>
              <a:rPr b="0" lang="es-ES" sz="2000" strike="noStrike" u="none">
                <a:solidFill>
                  <a:srgbClr val="000000"/>
                </a:solidFill>
                <a:effectLst/>
                <a:uFillTx/>
                <a:latin typeface="Arial"/>
              </a:rPr>
              <a:t>Sexto nivel del esquema</a:t>
            </a:r>
            <a:endParaRPr b="0" lang="es-ES" sz="2000" strike="noStrike" u="none">
              <a:solidFill>
                <a:srgbClr val="000000"/>
              </a:solidFill>
              <a:effectLst/>
              <a:uFillTx/>
              <a:latin typeface="Arial"/>
            </a:endParaRPr>
          </a:p>
          <a:p>
            <a:pPr lvl="6" marL="3024000" indent="-216000">
              <a:spcBef>
                <a:spcPts val="283"/>
              </a:spcBef>
              <a:buClr>
                <a:srgbClr val="ffffff"/>
              </a:buClr>
              <a:buSzPct val="45000"/>
              <a:buFont typeface="Wingdings" charset="2"/>
              <a:buChar char=""/>
            </a:pPr>
            <a:r>
              <a:rPr b="0" lang="es-ES" sz="2000" strike="noStrike" u="none">
                <a:solidFill>
                  <a:srgbClr val="000000"/>
                </a:solidFill>
                <a:effectLst/>
                <a:uFillTx/>
                <a:latin typeface="Arial"/>
              </a:rPr>
              <a:t>Séptimo nivel del esquema</a:t>
            </a:r>
            <a:endParaRPr b="0" lang="es-ES" sz="2000" strike="noStrike" u="none">
              <a:solidFill>
                <a:srgbClr val="000000"/>
              </a:solidFill>
              <a:effectLst/>
              <a:uFillTx/>
              <a:latin typeface="Arial"/>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_ONLY">
    <p:bg>
      <p:bgPr>
        <a:solidFill>
          <a:schemeClr val="lt1"/>
        </a:solidFill>
      </p:bgPr>
    </p:bg>
    <p:spTree>
      <p:nvGrpSpPr>
        <p:cNvPr id="1" name=""/>
        <p:cNvGrpSpPr/>
        <p:nvPr/>
      </p:nvGrpSpPr>
      <p:grpSpPr>
        <a:xfrm>
          <a:off x="0" y="0"/>
          <a:ext cx="0" cy="0"/>
          <a:chOff x="0" y="0"/>
          <a:chExt cx="0" cy="0"/>
        </a:xfrm>
      </p:grpSpPr>
      <p:pic>
        <p:nvPicPr>
          <p:cNvPr id="51" name="Google Shape;28;p6" descr=""/>
          <p:cNvPicPr/>
          <p:nvPr/>
        </p:nvPicPr>
        <p:blipFill>
          <a:blip r:embed="rId2"/>
          <a:stretch/>
        </p:blipFill>
        <p:spPr>
          <a:xfrm>
            <a:off x="0" y="0"/>
            <a:ext cx="9143640" cy="5143320"/>
          </a:xfrm>
          <a:prstGeom prst="rect">
            <a:avLst/>
          </a:prstGeom>
          <a:noFill/>
          <a:ln w="9525">
            <a:solidFill>
              <a:srgbClr val="ffffff"/>
            </a:solidFill>
            <a:round/>
          </a:ln>
          <a:effectLst>
            <a:outerShdw dist="101823" dir="2700000" blurRad="380880" rotWithShape="0">
              <a:srgbClr val="000000">
                <a:alpha val="90000"/>
              </a:srgbClr>
            </a:outerShdw>
          </a:effectLst>
        </p:spPr>
      </p:pic>
      <p:sp>
        <p:nvSpPr>
          <p:cNvPr id="52" name="PlaceHolder 1"/>
          <p:cNvSpPr>
            <a:spLocks noGrp="1"/>
          </p:cNvSpPr>
          <p:nvPr>
            <p:ph type="title"/>
          </p:nvPr>
        </p:nvSpPr>
        <p:spPr>
          <a:xfrm>
            <a:off x="720000" y="444960"/>
            <a:ext cx="7703640" cy="572400"/>
          </a:xfrm>
          <a:prstGeom prst="rect">
            <a:avLst/>
          </a:prstGeom>
          <a:noFill/>
          <a:ln w="0">
            <a:noFill/>
          </a:ln>
        </p:spPr>
        <p:txBody>
          <a:bodyPr lIns="91440" rIns="91440" tIns="91440" bIns="91440" anchor="t">
            <a:noAutofit/>
          </a:bodyPr>
          <a:p>
            <a:pPr indent="0">
              <a:buNone/>
            </a:pPr>
            <a:r>
              <a:rPr b="0" lang="es-ES" sz="2600" strike="noStrike" u="none">
                <a:solidFill>
                  <a:srgbClr val="000000"/>
                </a:solidFill>
                <a:effectLst/>
                <a:uFillTx/>
                <a:latin typeface="Arial"/>
              </a:rPr>
              <a:t>Pulse para editar el formato del texto de título</a:t>
            </a:r>
            <a:endParaRPr b="0" lang="es-ES" sz="2600" strike="noStrike" u="none">
              <a:solidFill>
                <a:srgbClr val="000000"/>
              </a:solidFill>
              <a:effectLst/>
              <a:uFillTx/>
              <a:latin typeface="Arial"/>
            </a:endParaRPr>
          </a:p>
        </p:txBody>
      </p:sp>
      <p:sp>
        <p:nvSpPr>
          <p:cNvPr id="53"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b="0" lang="es-ES" sz="1400" strike="noStrike" u="none">
                <a:solidFill>
                  <a:srgbClr val="000000"/>
                </a:solidFill>
                <a:effectLst/>
                <a:uFillTx/>
                <a:latin typeface="Arial"/>
              </a:rPr>
              <a:t>Pulse para editar el formato de texto del esquema</a:t>
            </a:r>
            <a:endParaRPr b="0" lang="es-ES" sz="1400" strike="noStrike" u="none">
              <a:solidFill>
                <a:srgbClr val="000000"/>
              </a:solidFill>
              <a:effectLst/>
              <a:uFillTx/>
              <a:latin typeface="Arial"/>
            </a:endParaRPr>
          </a:p>
          <a:p>
            <a:pPr lvl="1" marL="864000" indent="-324000">
              <a:spcBef>
                <a:spcPts val="1134"/>
              </a:spcBef>
              <a:buClr>
                <a:srgbClr val="ffffff"/>
              </a:buClr>
              <a:buSzPct val="75000"/>
              <a:buFont typeface="Symbol" charset="2"/>
              <a:buChar char=""/>
            </a:pPr>
            <a:r>
              <a:rPr b="0" lang="es-ES" sz="1400" strike="noStrike" u="none">
                <a:solidFill>
                  <a:srgbClr val="000000"/>
                </a:solidFill>
                <a:effectLst/>
                <a:uFillTx/>
                <a:latin typeface="Arial"/>
              </a:rPr>
              <a:t>Segundo nivel del esquema</a:t>
            </a:r>
            <a:endParaRPr b="0" lang="es-ES" sz="1400" strike="noStrike" u="none">
              <a:solidFill>
                <a:srgbClr val="000000"/>
              </a:solidFill>
              <a:effectLst/>
              <a:uFillTx/>
              <a:latin typeface="Arial"/>
            </a:endParaRPr>
          </a:p>
          <a:p>
            <a:pPr lvl="2" marL="1296000" indent="-288000">
              <a:spcBef>
                <a:spcPts val="850"/>
              </a:spcBef>
              <a:buClr>
                <a:srgbClr val="ffffff"/>
              </a:buClr>
              <a:buSzPct val="45000"/>
              <a:buFont typeface="Wingdings" charset="2"/>
              <a:buChar char=""/>
            </a:pPr>
            <a:r>
              <a:rPr b="0" lang="es-ES" sz="1400" strike="noStrike" u="none">
                <a:solidFill>
                  <a:srgbClr val="000000"/>
                </a:solidFill>
                <a:effectLst/>
                <a:uFillTx/>
                <a:latin typeface="Arial"/>
              </a:rPr>
              <a:t>Tercer nivel del esquema</a:t>
            </a:r>
            <a:endParaRPr b="0" lang="es-ES" sz="1400" strike="noStrike" u="none">
              <a:solidFill>
                <a:srgbClr val="000000"/>
              </a:solidFill>
              <a:effectLst/>
              <a:uFillTx/>
              <a:latin typeface="Arial"/>
            </a:endParaRPr>
          </a:p>
          <a:p>
            <a:pPr lvl="3" marL="1728000" indent="-216000">
              <a:spcBef>
                <a:spcPts val="567"/>
              </a:spcBef>
              <a:buClr>
                <a:srgbClr val="ffffff"/>
              </a:buClr>
              <a:buSzPct val="75000"/>
              <a:buFont typeface="Symbol" charset="2"/>
              <a:buChar char=""/>
            </a:pPr>
            <a:r>
              <a:rPr b="0" lang="es-ES" sz="1400" strike="noStrike" u="none">
                <a:solidFill>
                  <a:srgbClr val="000000"/>
                </a:solidFill>
                <a:effectLst/>
                <a:uFillTx/>
                <a:latin typeface="Arial"/>
              </a:rPr>
              <a:t>Cuarto nivel del esquema</a:t>
            </a:r>
            <a:endParaRPr b="0" lang="es-ES" sz="1400" strike="noStrike" u="none">
              <a:solidFill>
                <a:srgbClr val="000000"/>
              </a:solidFill>
              <a:effectLst/>
              <a:uFillTx/>
              <a:latin typeface="Arial"/>
            </a:endParaRPr>
          </a:p>
          <a:p>
            <a:pPr lvl="4" marL="2160000" indent="-216000">
              <a:spcBef>
                <a:spcPts val="283"/>
              </a:spcBef>
              <a:buClr>
                <a:srgbClr val="ffffff"/>
              </a:buClr>
              <a:buSzPct val="45000"/>
              <a:buFont typeface="Wingdings" charset="2"/>
              <a:buChar char=""/>
            </a:pPr>
            <a:r>
              <a:rPr b="0" lang="es-ES" sz="2000" strike="noStrike" u="none">
                <a:solidFill>
                  <a:srgbClr val="000000"/>
                </a:solidFill>
                <a:effectLst/>
                <a:uFillTx/>
                <a:latin typeface="Arial"/>
              </a:rPr>
              <a:t>Quinto nivel del esquema</a:t>
            </a:r>
            <a:endParaRPr b="0" lang="es-ES" sz="2000" strike="noStrike" u="none">
              <a:solidFill>
                <a:srgbClr val="000000"/>
              </a:solidFill>
              <a:effectLst/>
              <a:uFillTx/>
              <a:latin typeface="Arial"/>
            </a:endParaRPr>
          </a:p>
          <a:p>
            <a:pPr lvl="5" marL="2592000" indent="-216000">
              <a:spcBef>
                <a:spcPts val="283"/>
              </a:spcBef>
              <a:buClr>
                <a:srgbClr val="ffffff"/>
              </a:buClr>
              <a:buSzPct val="45000"/>
              <a:buFont typeface="Wingdings" charset="2"/>
              <a:buChar char=""/>
            </a:pPr>
            <a:r>
              <a:rPr b="0" lang="es-ES" sz="2000" strike="noStrike" u="none">
                <a:solidFill>
                  <a:srgbClr val="000000"/>
                </a:solidFill>
                <a:effectLst/>
                <a:uFillTx/>
                <a:latin typeface="Arial"/>
              </a:rPr>
              <a:t>Sexto nivel del esquema</a:t>
            </a:r>
            <a:endParaRPr b="0" lang="es-ES" sz="2000" strike="noStrike" u="none">
              <a:solidFill>
                <a:srgbClr val="000000"/>
              </a:solidFill>
              <a:effectLst/>
              <a:uFillTx/>
              <a:latin typeface="Arial"/>
            </a:endParaRPr>
          </a:p>
          <a:p>
            <a:pPr lvl="6" marL="3024000" indent="-216000">
              <a:spcBef>
                <a:spcPts val="283"/>
              </a:spcBef>
              <a:buClr>
                <a:srgbClr val="ffffff"/>
              </a:buClr>
              <a:buSzPct val="45000"/>
              <a:buFont typeface="Wingdings" charset="2"/>
              <a:buChar char=""/>
            </a:pPr>
            <a:r>
              <a:rPr b="0" lang="es-ES" sz="2000" strike="noStrike" u="none">
                <a:solidFill>
                  <a:srgbClr val="000000"/>
                </a:solidFill>
                <a:effectLst/>
                <a:uFillTx/>
                <a:latin typeface="Arial"/>
              </a:rPr>
              <a:t>Séptimo nivel del esquema</a:t>
            </a:r>
            <a:endParaRPr b="0" lang="es-ES" sz="2000" strike="noStrike" u="none">
              <a:solidFill>
                <a:srgbClr val="000000"/>
              </a:solidFill>
              <a:effectLst/>
              <a:uFillTx/>
              <a:latin typeface="Arial"/>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ONE_COLUMN_TEXT">
    <p:bg>
      <p:bgPr>
        <a:solidFill>
          <a:schemeClr val="lt1"/>
        </a:solidFill>
      </p:bgPr>
    </p:bg>
    <p:spTree>
      <p:nvGrpSpPr>
        <p:cNvPr id="1" name=""/>
        <p:cNvGrpSpPr/>
        <p:nvPr/>
      </p:nvGrpSpPr>
      <p:grpSpPr>
        <a:xfrm>
          <a:off x="0" y="0"/>
          <a:ext cx="0" cy="0"/>
          <a:chOff x="0" y="0"/>
          <a:chExt cx="0" cy="0"/>
        </a:xfrm>
      </p:grpSpPr>
      <p:pic>
        <p:nvPicPr>
          <p:cNvPr id="54" name="Google Shape;31;p7" descr=""/>
          <p:cNvPicPr/>
          <p:nvPr/>
        </p:nvPicPr>
        <p:blipFill>
          <a:blip r:embed="rId2"/>
          <a:stretch/>
        </p:blipFill>
        <p:spPr>
          <a:xfrm>
            <a:off x="0" y="0"/>
            <a:ext cx="9143640" cy="5143320"/>
          </a:xfrm>
          <a:prstGeom prst="rect">
            <a:avLst/>
          </a:prstGeom>
          <a:noFill/>
          <a:ln w="9525">
            <a:solidFill>
              <a:srgbClr val="ffffff"/>
            </a:solidFill>
            <a:round/>
          </a:ln>
          <a:effectLst>
            <a:outerShdw dist="101823" dir="2700000" blurRad="380880" rotWithShape="0">
              <a:srgbClr val="000000">
                <a:alpha val="90000"/>
              </a:srgbClr>
            </a:outerShdw>
          </a:effectLst>
        </p:spPr>
      </p:pic>
      <p:sp>
        <p:nvSpPr>
          <p:cNvPr id="55" name="PlaceHolder 1"/>
          <p:cNvSpPr>
            <a:spLocks noGrp="1"/>
          </p:cNvSpPr>
          <p:nvPr>
            <p:ph type="title"/>
          </p:nvPr>
        </p:nvSpPr>
        <p:spPr>
          <a:xfrm>
            <a:off x="811800" y="539640"/>
            <a:ext cx="4294440" cy="572400"/>
          </a:xfrm>
          <a:prstGeom prst="rect">
            <a:avLst/>
          </a:prstGeom>
          <a:noFill/>
          <a:ln w="0">
            <a:noFill/>
          </a:ln>
        </p:spPr>
        <p:txBody>
          <a:bodyPr lIns="91440" rIns="91440" tIns="91440" bIns="91440" anchor="b">
            <a:noAutofit/>
          </a:bodyPr>
          <a:p>
            <a:pPr indent="0">
              <a:buNone/>
            </a:pPr>
            <a:r>
              <a:rPr b="0" lang="es-ES" sz="2600" strike="noStrike" u="none">
                <a:solidFill>
                  <a:srgbClr val="000000"/>
                </a:solidFill>
                <a:effectLst/>
                <a:uFillTx/>
                <a:latin typeface="Arial"/>
              </a:rPr>
              <a:t>Pulse para editar el formato del texto de título</a:t>
            </a:r>
            <a:endParaRPr b="0" lang="es-ES" sz="2600" strike="noStrike" u="none">
              <a:solidFill>
                <a:srgbClr val="000000"/>
              </a:solidFill>
              <a:effectLst/>
              <a:uFillTx/>
              <a:latin typeface="Arial"/>
            </a:endParaRPr>
          </a:p>
        </p:txBody>
      </p:sp>
      <p:sp>
        <p:nvSpPr>
          <p:cNvPr id="56" name="PlaceHolder 2"/>
          <p:cNvSpPr>
            <a:spLocks noGrp="1"/>
          </p:cNvSpPr>
          <p:nvPr>
            <p:ph type="body"/>
          </p:nvPr>
        </p:nvSpPr>
        <p:spPr>
          <a:xfrm>
            <a:off x="0" y="1476720"/>
            <a:ext cx="4294440" cy="3666240"/>
          </a:xfrm>
          <a:prstGeom prst="rect">
            <a:avLst/>
          </a:prstGeom>
          <a:noFill/>
          <a:ln w="0">
            <a:noFill/>
          </a:ln>
        </p:spPr>
        <p:txBody>
          <a:bodyPr lIns="90000" rIns="90000" tIns="45000" bIns="45000" anchor="t">
            <a:normAutofit lnSpcReduction="9999"/>
          </a:bodyPr>
          <a:p>
            <a:pPr marL="432000" indent="-324000">
              <a:spcBef>
                <a:spcPts val="1417"/>
              </a:spcBef>
              <a:buClr>
                <a:srgbClr val="ffffff"/>
              </a:buClr>
              <a:buSzPct val="45000"/>
              <a:buFont typeface="Wingdings" charset="2"/>
              <a:buChar char=""/>
            </a:pPr>
            <a:r>
              <a:rPr b="0" lang="es-ES" sz="1800" strike="noStrike" u="none">
                <a:solidFill>
                  <a:srgbClr val="000000"/>
                </a:solidFill>
                <a:effectLst/>
                <a:uFillTx/>
                <a:latin typeface="Arial"/>
              </a:rPr>
              <a:t>Pulse para editar el formato de texto del esquema</a:t>
            </a:r>
            <a:endParaRPr b="0" lang="es-ES" sz="1800" strike="noStrike" u="none">
              <a:solidFill>
                <a:srgbClr val="000000"/>
              </a:solidFill>
              <a:effectLst/>
              <a:uFillTx/>
              <a:latin typeface="Arial"/>
            </a:endParaRPr>
          </a:p>
          <a:p>
            <a:pPr lvl="1" marL="864000" indent="-324000">
              <a:spcBef>
                <a:spcPts val="1134"/>
              </a:spcBef>
              <a:buClr>
                <a:srgbClr val="ffffff"/>
              </a:buClr>
              <a:buSzPct val="75000"/>
              <a:buFont typeface="Symbol" charset="2"/>
              <a:buChar char=""/>
            </a:pPr>
            <a:r>
              <a:rPr b="0" lang="es-ES" sz="1800" strike="noStrike" u="none">
                <a:solidFill>
                  <a:srgbClr val="000000"/>
                </a:solidFill>
                <a:effectLst/>
                <a:uFillTx/>
                <a:latin typeface="Arial"/>
              </a:rPr>
              <a:t>Segundo nivel del esquema</a:t>
            </a:r>
            <a:endParaRPr b="0" lang="es-ES" sz="1800" strike="noStrike" u="none">
              <a:solidFill>
                <a:srgbClr val="000000"/>
              </a:solidFill>
              <a:effectLst/>
              <a:uFillTx/>
              <a:latin typeface="Arial"/>
            </a:endParaRPr>
          </a:p>
          <a:p>
            <a:pPr lvl="2" marL="1296000" indent="-288000">
              <a:spcBef>
                <a:spcPts val="850"/>
              </a:spcBef>
              <a:buClr>
                <a:srgbClr val="ffffff"/>
              </a:buClr>
              <a:buSzPct val="45000"/>
              <a:buFont typeface="Wingdings" charset="2"/>
              <a:buChar char=""/>
            </a:pPr>
            <a:r>
              <a:rPr b="0" lang="es-ES" sz="1800" strike="noStrike" u="none">
                <a:solidFill>
                  <a:srgbClr val="000000"/>
                </a:solidFill>
                <a:effectLst/>
                <a:uFillTx/>
                <a:latin typeface="Arial"/>
              </a:rPr>
              <a:t>Tercer nivel del esquema</a:t>
            </a:r>
            <a:endParaRPr b="0" lang="es-ES" sz="1800" strike="noStrike" u="none">
              <a:solidFill>
                <a:srgbClr val="000000"/>
              </a:solidFill>
              <a:effectLst/>
              <a:uFillTx/>
              <a:latin typeface="Arial"/>
            </a:endParaRPr>
          </a:p>
          <a:p>
            <a:pPr lvl="3" marL="1728000" indent="-216000">
              <a:spcBef>
                <a:spcPts val="567"/>
              </a:spcBef>
              <a:buClr>
                <a:srgbClr val="ffffff"/>
              </a:buClr>
              <a:buSzPct val="75000"/>
              <a:buFont typeface="Symbol" charset="2"/>
              <a:buChar char=""/>
            </a:pPr>
            <a:r>
              <a:rPr b="0" lang="es-ES" sz="1800" strike="noStrike" u="none">
                <a:solidFill>
                  <a:srgbClr val="000000"/>
                </a:solidFill>
                <a:effectLst/>
                <a:uFillTx/>
                <a:latin typeface="Arial"/>
              </a:rPr>
              <a:t>Cuarto nivel del esquema</a:t>
            </a:r>
            <a:endParaRPr b="0" lang="es-ES" sz="1800" strike="noStrike" u="none">
              <a:solidFill>
                <a:srgbClr val="000000"/>
              </a:solidFill>
              <a:effectLst/>
              <a:uFillTx/>
              <a:latin typeface="Arial"/>
            </a:endParaRPr>
          </a:p>
          <a:p>
            <a:pPr lvl="4" marL="2160000" indent="-216000">
              <a:spcBef>
                <a:spcPts val="283"/>
              </a:spcBef>
              <a:buClr>
                <a:srgbClr val="ffffff"/>
              </a:buClr>
              <a:buSzPct val="45000"/>
              <a:buFont typeface="Wingdings" charset="2"/>
              <a:buChar char=""/>
            </a:pPr>
            <a:r>
              <a:rPr b="0" lang="es-ES" sz="1800" strike="noStrike" u="none">
                <a:solidFill>
                  <a:srgbClr val="000000"/>
                </a:solidFill>
                <a:effectLst/>
                <a:uFillTx/>
                <a:latin typeface="Arial"/>
              </a:rPr>
              <a:t>Quinto nivel del esquema</a:t>
            </a:r>
            <a:endParaRPr b="0" lang="es-ES" sz="1800" strike="noStrike" u="none">
              <a:solidFill>
                <a:srgbClr val="000000"/>
              </a:solidFill>
              <a:effectLst/>
              <a:uFillTx/>
              <a:latin typeface="Arial"/>
            </a:endParaRPr>
          </a:p>
          <a:p>
            <a:pPr lvl="5" marL="2592000" indent="-216000">
              <a:spcBef>
                <a:spcPts val="283"/>
              </a:spcBef>
              <a:buClr>
                <a:srgbClr val="ffffff"/>
              </a:buClr>
              <a:buSzPct val="45000"/>
              <a:buFont typeface="Wingdings" charset="2"/>
              <a:buChar char=""/>
            </a:pPr>
            <a:r>
              <a:rPr b="0" lang="es-ES" sz="1800" strike="noStrike" u="none">
                <a:solidFill>
                  <a:srgbClr val="000000"/>
                </a:solidFill>
                <a:effectLst/>
                <a:uFillTx/>
                <a:latin typeface="Arial"/>
              </a:rPr>
              <a:t>Sexto nivel del esquema</a:t>
            </a:r>
            <a:endParaRPr b="0" lang="es-ES" sz="1800" strike="noStrike" u="none">
              <a:solidFill>
                <a:srgbClr val="000000"/>
              </a:solidFill>
              <a:effectLst/>
              <a:uFillTx/>
              <a:latin typeface="Arial"/>
            </a:endParaRPr>
          </a:p>
          <a:p>
            <a:pPr lvl="6" marL="3024000" indent="-216000">
              <a:spcBef>
                <a:spcPts val="283"/>
              </a:spcBef>
              <a:buClr>
                <a:srgbClr val="ffffff"/>
              </a:buClr>
              <a:buSzPct val="45000"/>
              <a:buFont typeface="Wingdings" charset="2"/>
              <a:buChar char=""/>
            </a:pPr>
            <a:r>
              <a:rPr b="0" lang="es-ES" sz="1800" strike="noStrike" u="none">
                <a:solidFill>
                  <a:srgbClr val="000000"/>
                </a:solidFill>
                <a:effectLst/>
                <a:uFillTx/>
                <a:latin typeface="Arial"/>
              </a:rPr>
              <a:t>Séptimo nivel del esquema</a:t>
            </a:r>
            <a:endParaRPr b="0" lang="es-ES" sz="1800" strike="noStrike" u="none">
              <a:solidFill>
                <a:srgbClr val="000000"/>
              </a:solidFill>
              <a:effectLst/>
              <a:uFillTx/>
              <a:latin typeface="Arial"/>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MAIN_POINT">
    <p:bg>
      <p:bgPr>
        <a:solidFill>
          <a:schemeClr val="lt1"/>
        </a:solidFill>
      </p:bgPr>
    </p:bg>
    <p:spTree>
      <p:nvGrpSpPr>
        <p:cNvPr id="1" name=""/>
        <p:cNvGrpSpPr/>
        <p:nvPr/>
      </p:nvGrpSpPr>
      <p:grpSpPr>
        <a:xfrm>
          <a:off x="0" y="0"/>
          <a:ext cx="0" cy="0"/>
          <a:chOff x="0" y="0"/>
          <a:chExt cx="0" cy="0"/>
        </a:xfrm>
      </p:grpSpPr>
      <p:pic>
        <p:nvPicPr>
          <p:cNvPr id="57" name="Google Shape;36;p8" descr=""/>
          <p:cNvPicPr/>
          <p:nvPr/>
        </p:nvPicPr>
        <p:blipFill>
          <a:blip r:embed="rId2"/>
          <a:srcRect l="0" t="31118" r="31120" b="0"/>
          <a:stretch/>
        </p:blipFill>
        <p:spPr>
          <a:xfrm>
            <a:off x="0" y="0"/>
            <a:ext cx="9143640" cy="5143320"/>
          </a:xfrm>
          <a:prstGeom prst="rect">
            <a:avLst/>
          </a:prstGeom>
          <a:noFill/>
          <a:ln w="9525">
            <a:solidFill>
              <a:srgbClr val="ffffff"/>
            </a:solidFill>
            <a:round/>
          </a:ln>
          <a:effectLst>
            <a:outerShdw dist="101823" dir="2700000" blurRad="380880" rotWithShape="0">
              <a:srgbClr val="000000">
                <a:alpha val="90000"/>
              </a:srgbClr>
            </a:outerShdw>
          </a:effectLst>
        </p:spPr>
      </p:pic>
      <p:sp>
        <p:nvSpPr>
          <p:cNvPr id="58" name="PlaceHolder 1"/>
          <p:cNvSpPr>
            <a:spLocks noGrp="1"/>
          </p:cNvSpPr>
          <p:nvPr>
            <p:ph type="title"/>
          </p:nvPr>
        </p:nvSpPr>
        <p:spPr>
          <a:xfrm>
            <a:off x="2318040" y="1307160"/>
            <a:ext cx="4507920" cy="2529000"/>
          </a:xfrm>
          <a:prstGeom prst="rect">
            <a:avLst/>
          </a:prstGeom>
          <a:noFill/>
          <a:ln w="0">
            <a:noFill/>
          </a:ln>
        </p:spPr>
        <p:txBody>
          <a:bodyPr lIns="91440" rIns="91440" tIns="91440" bIns="91440" anchor="ctr">
            <a:noAutofit/>
          </a:bodyPr>
          <a:p>
            <a:pPr indent="0">
              <a:buNone/>
            </a:pPr>
            <a:r>
              <a:rPr b="0" lang="es-ES" sz="6000" strike="noStrike" u="none">
                <a:solidFill>
                  <a:srgbClr val="000000"/>
                </a:solidFill>
                <a:effectLst/>
                <a:uFillTx/>
                <a:latin typeface="Arial"/>
              </a:rPr>
              <a:t>Pulse para editar el formato del texto de título</a:t>
            </a:r>
            <a:endParaRPr b="0" lang="es-ES" sz="6000" strike="noStrike" u="none">
              <a:solidFill>
                <a:srgbClr val="000000"/>
              </a:solidFill>
              <a:effectLst/>
              <a:uFillTx/>
              <a:latin typeface="Arial"/>
            </a:endParaRP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TITLE_AND_DESCRIPTION">
    <p:bg>
      <p:bgPr>
        <a:solidFill>
          <a:schemeClr val="lt1"/>
        </a:solidFill>
      </p:bgPr>
    </p:bg>
    <p:spTree>
      <p:nvGrpSpPr>
        <p:cNvPr id="1" name=""/>
        <p:cNvGrpSpPr/>
        <p:nvPr/>
      </p:nvGrpSpPr>
      <p:grpSpPr>
        <a:xfrm>
          <a:off x="0" y="0"/>
          <a:ext cx="0" cy="0"/>
          <a:chOff x="0" y="0"/>
          <a:chExt cx="0" cy="0"/>
        </a:xfrm>
      </p:grpSpPr>
      <p:pic>
        <p:nvPicPr>
          <p:cNvPr id="59" name="Google Shape;39;p9" descr=""/>
          <p:cNvPicPr/>
          <p:nvPr/>
        </p:nvPicPr>
        <p:blipFill>
          <a:blip r:embed="rId2"/>
          <a:stretch/>
        </p:blipFill>
        <p:spPr>
          <a:xfrm>
            <a:off x="0" y="0"/>
            <a:ext cx="9143640" cy="5143320"/>
          </a:xfrm>
          <a:prstGeom prst="rect">
            <a:avLst/>
          </a:prstGeom>
          <a:noFill/>
          <a:ln w="9525">
            <a:solidFill>
              <a:srgbClr val="ffffff"/>
            </a:solidFill>
            <a:round/>
          </a:ln>
          <a:effectLst>
            <a:outerShdw dist="101823" dir="2700000" blurRad="380880" rotWithShape="0">
              <a:srgbClr val="000000">
                <a:alpha val="90000"/>
              </a:srgbClr>
            </a:outerShdw>
          </a:effectLst>
        </p:spPr>
      </p:pic>
      <p:sp>
        <p:nvSpPr>
          <p:cNvPr id="60" name="PlaceHolder 1"/>
          <p:cNvSpPr>
            <a:spLocks noGrp="1"/>
          </p:cNvSpPr>
          <p:nvPr>
            <p:ph type="title"/>
          </p:nvPr>
        </p:nvSpPr>
        <p:spPr>
          <a:xfrm>
            <a:off x="2135520" y="1189080"/>
            <a:ext cx="4872600" cy="1964160"/>
          </a:xfrm>
          <a:prstGeom prst="rect">
            <a:avLst/>
          </a:prstGeom>
          <a:noFill/>
          <a:ln w="0">
            <a:noFill/>
          </a:ln>
        </p:spPr>
        <p:txBody>
          <a:bodyPr lIns="91440" rIns="91440" tIns="91440" bIns="91440" anchor="b">
            <a:noAutofit/>
          </a:bodyPr>
          <a:p>
            <a:pPr indent="0">
              <a:buNone/>
            </a:pPr>
            <a:r>
              <a:rPr b="0" lang="es-ES" sz="6000" strike="noStrike" u="none">
                <a:solidFill>
                  <a:srgbClr val="000000"/>
                </a:solidFill>
                <a:effectLst/>
                <a:uFillTx/>
                <a:latin typeface="Arial"/>
              </a:rPr>
              <a:t>Pulse para editar el formato del texto de título</a:t>
            </a:r>
            <a:endParaRPr b="0" lang="es-ES" sz="6000" strike="noStrike" u="none">
              <a:solidFill>
                <a:srgbClr val="000000"/>
              </a:solidFill>
              <a:effectLst/>
              <a:uFillTx/>
              <a:latin typeface="Arial"/>
            </a:endParaRP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APTION_ONLY">
    <p:bg>
      <p:bgPr>
        <a:solidFill>
          <a:schemeClr val="lt1"/>
        </a:solidFill>
      </p:bgPr>
    </p:bg>
    <p:spTree>
      <p:nvGrpSpPr>
        <p:cNvPr id="1" name=""/>
        <p:cNvGrpSpPr/>
        <p:nvPr/>
      </p:nvGrpSpPr>
      <p:grpSpPr>
        <a:xfrm>
          <a:off x="0" y="0"/>
          <a:ext cx="0" cy="0"/>
          <a:chOff x="0" y="0"/>
          <a:chExt cx="0" cy="0"/>
        </a:xfrm>
      </p:grpSpPr>
      <p:sp>
        <p:nvSpPr>
          <p:cNvPr id="61" name="PlaceHolder 1"/>
          <p:cNvSpPr>
            <a:spLocks noGrp="1"/>
          </p:cNvSpPr>
          <p:nvPr>
            <p:ph type="body"/>
          </p:nvPr>
        </p:nvSpPr>
        <p:spPr>
          <a:xfrm>
            <a:off x="0" y="0"/>
            <a:ext cx="9143640" cy="5143320"/>
          </a:xfrm>
          <a:prstGeom prst="rect">
            <a:avLst/>
          </a:prstGeom>
          <a:noFill/>
          <a:ln w="0">
            <a:noFill/>
          </a:ln>
        </p:spPr>
        <p:txBody>
          <a:bodyPr lIns="90000" rIns="90000" tIns="45000" bIns="45000" anchor="t">
            <a:normAutofit/>
          </a:bodyPr>
          <a:p>
            <a:pPr marL="432000" indent="-324000">
              <a:spcBef>
                <a:spcPts val="1417"/>
              </a:spcBef>
              <a:buClr>
                <a:srgbClr val="ffffff"/>
              </a:buClr>
              <a:buSzPct val="45000"/>
              <a:buFont typeface="Wingdings" charset="2"/>
              <a:buChar char=""/>
            </a:pPr>
            <a:r>
              <a:rPr b="0" lang="es-ES" sz="1800" strike="noStrike" u="none">
                <a:solidFill>
                  <a:srgbClr val="000000"/>
                </a:solidFill>
                <a:effectLst/>
                <a:uFillTx/>
                <a:latin typeface="Arial"/>
              </a:rPr>
              <a:t>Pulse para editar el formato de texto del esquema</a:t>
            </a:r>
            <a:endParaRPr b="0" lang="es-ES" sz="1800" strike="noStrike" u="none">
              <a:solidFill>
                <a:srgbClr val="000000"/>
              </a:solidFill>
              <a:effectLst/>
              <a:uFillTx/>
              <a:latin typeface="Arial"/>
            </a:endParaRPr>
          </a:p>
          <a:p>
            <a:pPr lvl="1" marL="864000" indent="-324000">
              <a:spcBef>
                <a:spcPts val="1134"/>
              </a:spcBef>
              <a:buClr>
                <a:srgbClr val="ffffff"/>
              </a:buClr>
              <a:buSzPct val="75000"/>
              <a:buFont typeface="Symbol" charset="2"/>
              <a:buChar char=""/>
            </a:pPr>
            <a:r>
              <a:rPr b="0" lang="es-ES" sz="1800" strike="noStrike" u="none">
                <a:solidFill>
                  <a:srgbClr val="000000"/>
                </a:solidFill>
                <a:effectLst/>
                <a:uFillTx/>
                <a:latin typeface="Arial"/>
              </a:rPr>
              <a:t>Segundo nivel del esquema</a:t>
            </a:r>
            <a:endParaRPr b="0" lang="es-ES" sz="1800" strike="noStrike" u="none">
              <a:solidFill>
                <a:srgbClr val="000000"/>
              </a:solidFill>
              <a:effectLst/>
              <a:uFillTx/>
              <a:latin typeface="Arial"/>
            </a:endParaRPr>
          </a:p>
          <a:p>
            <a:pPr lvl="2" marL="1296000" indent="-288000">
              <a:spcBef>
                <a:spcPts val="850"/>
              </a:spcBef>
              <a:buClr>
                <a:srgbClr val="ffffff"/>
              </a:buClr>
              <a:buSzPct val="45000"/>
              <a:buFont typeface="Wingdings" charset="2"/>
              <a:buChar char=""/>
            </a:pPr>
            <a:r>
              <a:rPr b="0" lang="es-ES" sz="1800" strike="noStrike" u="none">
                <a:solidFill>
                  <a:srgbClr val="000000"/>
                </a:solidFill>
                <a:effectLst/>
                <a:uFillTx/>
                <a:latin typeface="Arial"/>
              </a:rPr>
              <a:t>Tercer nivel del esquema</a:t>
            </a:r>
            <a:endParaRPr b="0" lang="es-ES" sz="1800" strike="noStrike" u="none">
              <a:solidFill>
                <a:srgbClr val="000000"/>
              </a:solidFill>
              <a:effectLst/>
              <a:uFillTx/>
              <a:latin typeface="Arial"/>
            </a:endParaRPr>
          </a:p>
          <a:p>
            <a:pPr lvl="3" marL="1728000" indent="-216000">
              <a:spcBef>
                <a:spcPts val="567"/>
              </a:spcBef>
              <a:buClr>
                <a:srgbClr val="ffffff"/>
              </a:buClr>
              <a:buSzPct val="75000"/>
              <a:buFont typeface="Symbol" charset="2"/>
              <a:buChar char=""/>
            </a:pPr>
            <a:r>
              <a:rPr b="0" lang="es-ES" sz="1800" strike="noStrike" u="none">
                <a:solidFill>
                  <a:srgbClr val="000000"/>
                </a:solidFill>
                <a:effectLst/>
                <a:uFillTx/>
                <a:latin typeface="Arial"/>
              </a:rPr>
              <a:t>Cuarto nivel del esquema</a:t>
            </a:r>
            <a:endParaRPr b="0" lang="es-ES" sz="1800" strike="noStrike" u="none">
              <a:solidFill>
                <a:srgbClr val="000000"/>
              </a:solidFill>
              <a:effectLst/>
              <a:uFillTx/>
              <a:latin typeface="Arial"/>
            </a:endParaRPr>
          </a:p>
          <a:p>
            <a:pPr lvl="4" marL="2160000" indent="-216000">
              <a:spcBef>
                <a:spcPts val="283"/>
              </a:spcBef>
              <a:buClr>
                <a:srgbClr val="ffffff"/>
              </a:buClr>
              <a:buSzPct val="45000"/>
              <a:buFont typeface="Wingdings" charset="2"/>
              <a:buChar char=""/>
            </a:pPr>
            <a:r>
              <a:rPr b="0" lang="es-ES" sz="1800" strike="noStrike" u="none">
                <a:solidFill>
                  <a:srgbClr val="000000"/>
                </a:solidFill>
                <a:effectLst/>
                <a:uFillTx/>
                <a:latin typeface="Arial"/>
              </a:rPr>
              <a:t>Quinto nivel del esquema</a:t>
            </a:r>
            <a:endParaRPr b="0" lang="es-ES" sz="1800" strike="noStrike" u="none">
              <a:solidFill>
                <a:srgbClr val="000000"/>
              </a:solidFill>
              <a:effectLst/>
              <a:uFillTx/>
              <a:latin typeface="Arial"/>
            </a:endParaRPr>
          </a:p>
          <a:p>
            <a:pPr lvl="5" marL="2592000" indent="-216000">
              <a:spcBef>
                <a:spcPts val="283"/>
              </a:spcBef>
              <a:buClr>
                <a:srgbClr val="ffffff"/>
              </a:buClr>
              <a:buSzPct val="45000"/>
              <a:buFont typeface="Wingdings" charset="2"/>
              <a:buChar char=""/>
            </a:pPr>
            <a:r>
              <a:rPr b="0" lang="es-ES" sz="1800" strike="noStrike" u="none">
                <a:solidFill>
                  <a:srgbClr val="000000"/>
                </a:solidFill>
                <a:effectLst/>
                <a:uFillTx/>
                <a:latin typeface="Arial"/>
              </a:rPr>
              <a:t>Sexto nivel del esquema</a:t>
            </a:r>
            <a:endParaRPr b="0" lang="es-ES" sz="1800" strike="noStrike" u="none">
              <a:solidFill>
                <a:srgbClr val="000000"/>
              </a:solidFill>
              <a:effectLst/>
              <a:uFillTx/>
              <a:latin typeface="Arial"/>
            </a:endParaRPr>
          </a:p>
          <a:p>
            <a:pPr lvl="6" marL="3024000" indent="-216000">
              <a:spcBef>
                <a:spcPts val="283"/>
              </a:spcBef>
              <a:buClr>
                <a:srgbClr val="ffffff"/>
              </a:buClr>
              <a:buSzPct val="45000"/>
              <a:buFont typeface="Wingdings" charset="2"/>
              <a:buChar char=""/>
            </a:pPr>
            <a:r>
              <a:rPr b="0" lang="es-ES" sz="1800" strike="noStrike" u="none">
                <a:solidFill>
                  <a:srgbClr val="000000"/>
                </a:solidFill>
                <a:effectLst/>
                <a:uFillTx/>
                <a:latin typeface="Arial"/>
              </a:rPr>
              <a:t>Séptimo nivel del esquema</a:t>
            </a:r>
            <a:endParaRPr b="0" lang="es-ES" sz="1800" strike="noStrike" u="none">
              <a:solidFill>
                <a:srgbClr val="000000"/>
              </a:solidFill>
              <a:effectLst/>
              <a:uFillTx/>
              <a:latin typeface="Arial"/>
            </a:endParaRPr>
          </a:p>
        </p:txBody>
      </p:sp>
      <p:sp>
        <p:nvSpPr>
          <p:cNvPr id="62" name="PlaceHolder 2"/>
          <p:cNvSpPr>
            <a:spLocks noGrp="1"/>
          </p:cNvSpPr>
          <p:nvPr>
            <p:ph type="title"/>
          </p:nvPr>
        </p:nvSpPr>
        <p:spPr>
          <a:xfrm>
            <a:off x="720000" y="4014360"/>
            <a:ext cx="7703640" cy="572400"/>
          </a:xfrm>
          <a:prstGeom prst="rect">
            <a:avLst/>
          </a:prstGeom>
          <a:solidFill>
            <a:schemeClr val="accent2"/>
          </a:solidFill>
          <a:ln w="0">
            <a:noFill/>
          </a:ln>
        </p:spPr>
        <p:txBody>
          <a:bodyPr lIns="91440" rIns="91440" tIns="91440" bIns="91440" anchor="t">
            <a:noAutofit/>
          </a:bodyPr>
          <a:p>
            <a:pPr indent="0">
              <a:buNone/>
            </a:pPr>
            <a:r>
              <a:rPr b="0" lang="es-ES" sz="2600" strike="noStrike" u="none">
                <a:solidFill>
                  <a:srgbClr val="000000"/>
                </a:solidFill>
                <a:effectLst/>
                <a:uFillTx/>
                <a:latin typeface="Arial"/>
              </a:rPr>
              <a:t>Pulse para editar el formato del texto de título</a:t>
            </a:r>
            <a:endParaRPr b="0" lang="es-ES" sz="2600" strike="noStrike" u="none">
              <a:solidFill>
                <a:srgbClr val="000000"/>
              </a:solidFill>
              <a:effectLst/>
              <a:uFillTx/>
              <a:latin typeface="Arial"/>
            </a:endParaRP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imple-light-2">
    <p:bg>
      <p:bgPr>
        <a:solidFill>
          <a:schemeClr val="dk1"/>
        </a:solidFill>
      </p:bgPr>
    </p:bg>
    <p:spTree>
      <p:nvGrpSpPr>
        <p:cNvPr id="1" name=""/>
        <p:cNvGrpSpPr/>
        <p:nvPr/>
      </p:nvGrpSpPr>
      <p:grpSpPr>
        <a:xfrm>
          <a:off x="0" y="0"/>
          <a:ext cx="0" cy="0"/>
          <a:chOff x="0" y="0"/>
          <a:chExt cx="0" cy="0"/>
        </a:xfrm>
      </p:grpSpPr>
      <p:sp>
        <p:nvSpPr>
          <p:cNvPr id="63"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buNone/>
            </a:pPr>
            <a:r>
              <a:rPr b="0" lang="es-ES" sz="1400" strike="noStrike" u="none">
                <a:solidFill>
                  <a:srgbClr val="000000"/>
                </a:solidFill>
                <a:effectLst/>
                <a:uFillTx/>
                <a:latin typeface="Arial"/>
              </a:rPr>
              <a:t>Pulse para editar el formato del texto de título</a:t>
            </a:r>
            <a:endParaRPr b="0" lang="es-ES" sz="1400" strike="noStrike" u="none">
              <a:solidFill>
                <a:srgbClr val="000000"/>
              </a:solidFill>
              <a:effectLst/>
              <a:uFillTx/>
              <a:latin typeface="Arial"/>
            </a:endParaRPr>
          </a:p>
        </p:txBody>
      </p:sp>
      <p:sp>
        <p:nvSpPr>
          <p:cNvPr id="64"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s-ES" sz="1400" strike="noStrike" u="none">
                <a:solidFill>
                  <a:srgbClr val="000000"/>
                </a:solidFill>
                <a:effectLst/>
                <a:uFillTx/>
                <a:latin typeface="Arial"/>
              </a:rPr>
              <a:t>Pulse para editar el formato de texto del esquema</a:t>
            </a:r>
            <a:endParaRPr b="0" lang="es-ES" sz="14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s-ES" sz="1400" strike="noStrike" u="none">
                <a:solidFill>
                  <a:srgbClr val="000000"/>
                </a:solidFill>
                <a:effectLst/>
                <a:uFillTx/>
                <a:latin typeface="Arial"/>
              </a:rPr>
              <a:t>Segundo nivel del esquema</a:t>
            </a:r>
            <a:endParaRPr b="0" lang="es-ES" sz="14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s-ES" sz="1400" strike="noStrike" u="none">
                <a:solidFill>
                  <a:srgbClr val="000000"/>
                </a:solidFill>
                <a:effectLst/>
                <a:uFillTx/>
                <a:latin typeface="Arial"/>
              </a:rPr>
              <a:t>Tercer nivel del esquema</a:t>
            </a:r>
            <a:endParaRPr b="0" lang="es-ES" sz="1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s-ES" sz="1400" strike="noStrike" u="none">
                <a:solidFill>
                  <a:srgbClr val="000000"/>
                </a:solidFill>
                <a:effectLst/>
                <a:uFillTx/>
                <a:latin typeface="Arial"/>
              </a:rPr>
              <a:t>Cuarto nivel del esquema</a:t>
            </a:r>
            <a:endParaRPr b="0" lang="es-ES" sz="14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s-ES" sz="2000" strike="noStrike" u="none">
                <a:solidFill>
                  <a:srgbClr val="000000"/>
                </a:solidFill>
                <a:effectLst/>
                <a:uFillTx/>
                <a:latin typeface="Arial"/>
              </a:rPr>
              <a:t>Quinto nivel del esquema</a:t>
            </a:r>
            <a:endParaRPr b="0" lang="es-ES"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s-ES" sz="2000" strike="noStrike" u="none">
                <a:solidFill>
                  <a:srgbClr val="000000"/>
                </a:solidFill>
                <a:effectLst/>
                <a:uFillTx/>
                <a:latin typeface="Arial"/>
              </a:rPr>
              <a:t>Sexto nivel del esquema</a:t>
            </a:r>
            <a:endParaRPr b="0" lang="es-ES"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s-ES" sz="2000" strike="noStrike" u="none">
                <a:solidFill>
                  <a:srgbClr val="000000"/>
                </a:solidFill>
                <a:effectLst/>
                <a:uFillTx/>
                <a:latin typeface="Arial"/>
              </a:rPr>
              <a:t>Séptimo nivel del esquema</a:t>
            </a:r>
            <a:endParaRPr b="0" lang="es-ES" sz="2000" strike="noStrike" u="none">
              <a:solidFill>
                <a:srgbClr val="000000"/>
              </a:solidFill>
              <a:effectLst/>
              <a:uFillTx/>
              <a:latin typeface="Arial"/>
            </a:endParaRP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2_1">
    <p:bg>
      <p:bgPr>
        <a:solidFill>
          <a:schemeClr val="dk1"/>
        </a:solidFill>
      </p:bgPr>
    </p:bg>
    <p:spTree>
      <p:nvGrpSpPr>
        <p:cNvPr id="1" name=""/>
        <p:cNvGrpSpPr/>
        <p:nvPr/>
      </p:nvGrpSpPr>
      <p:grpSpPr>
        <a:xfrm>
          <a:off x="0" y="0"/>
          <a:ext cx="0" cy="0"/>
          <a:chOff x="0" y="0"/>
          <a:chExt cx="0" cy="0"/>
        </a:xfrm>
      </p:grpSpPr>
      <p:sp>
        <p:nvSpPr>
          <p:cNvPr id="65" name="Google Shape;117;p26"/>
          <p:cNvSpPr/>
          <p:nvPr/>
        </p:nvSpPr>
        <p:spPr>
          <a:xfrm>
            <a:off x="0" y="-10440"/>
            <a:ext cx="9143640" cy="1180440"/>
          </a:xfrm>
          <a:prstGeom prst="rect">
            <a:avLst/>
          </a:prstGeom>
          <a:solidFill>
            <a:schemeClr val="accent2"/>
          </a:solidFill>
          <a:ln w="0">
            <a:noFill/>
          </a:ln>
        </p:spPr>
        <p:style>
          <a:lnRef idx="0"/>
          <a:fillRef idx="0"/>
          <a:effectRef idx="0"/>
          <a:fontRef idx="minor"/>
        </p:style>
        <p:txBody>
          <a:bodyPr tIns="91440" bIns="91440" anchor="ctr">
            <a:noAutofit/>
          </a:bodyPr>
          <a:p>
            <a:pPr algn="ctr">
              <a:lnSpc>
                <a:spcPct val="100000"/>
              </a:lnSpc>
              <a:tabLst>
                <a:tab algn="l" pos="0"/>
              </a:tabLst>
            </a:pPr>
            <a:endParaRPr b="0" lang="es-ES" sz="1400" strike="noStrike" u="none">
              <a:solidFill>
                <a:srgbClr val="000000"/>
              </a:solidFill>
              <a:effectLst/>
              <a:uFillTx/>
              <a:latin typeface="Arial"/>
            </a:endParaRPr>
          </a:p>
        </p:txBody>
      </p:sp>
      <p:sp>
        <p:nvSpPr>
          <p:cNvPr id="66" name="PlaceHolder 1"/>
          <p:cNvSpPr>
            <a:spLocks noGrp="1"/>
          </p:cNvSpPr>
          <p:nvPr>
            <p:ph type="title"/>
          </p:nvPr>
        </p:nvSpPr>
        <p:spPr>
          <a:xfrm>
            <a:off x="713160" y="539640"/>
            <a:ext cx="7717320" cy="482040"/>
          </a:xfrm>
          <a:prstGeom prst="rect">
            <a:avLst/>
          </a:prstGeom>
          <a:noFill/>
          <a:ln w="0">
            <a:noFill/>
          </a:ln>
        </p:spPr>
        <p:txBody>
          <a:bodyPr lIns="91440" rIns="91440" tIns="91440" bIns="91440" anchor="t">
            <a:noAutofit/>
          </a:bodyPr>
          <a:p>
            <a:pPr indent="0">
              <a:buNone/>
            </a:pPr>
            <a:r>
              <a:rPr b="0" lang="es-ES" sz="2200" strike="noStrike" u="none">
                <a:solidFill>
                  <a:srgbClr val="000000"/>
                </a:solidFill>
                <a:effectLst/>
                <a:uFillTx/>
                <a:latin typeface="Arial"/>
              </a:rPr>
              <a:t>Pulse para editar el formato del texto de título</a:t>
            </a:r>
            <a:endParaRPr b="0" lang="es-ES" sz="2200" strike="noStrike" u="none">
              <a:solidFill>
                <a:srgbClr val="000000"/>
              </a:solidFill>
              <a:effectLst/>
              <a:uFillTx/>
              <a:latin typeface="Arial"/>
            </a:endParaRPr>
          </a:p>
        </p:txBody>
      </p:sp>
      <p:sp>
        <p:nvSpPr>
          <p:cNvPr id="67"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s-ES" sz="1400" strike="noStrike" u="none">
                <a:solidFill>
                  <a:srgbClr val="000000"/>
                </a:solidFill>
                <a:effectLst/>
                <a:uFillTx/>
                <a:latin typeface="Arial"/>
              </a:rPr>
              <a:t>Pulse para editar el formato de texto del esquema</a:t>
            </a:r>
            <a:endParaRPr b="0" lang="es-ES" sz="14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s-ES" sz="1400" strike="noStrike" u="none">
                <a:solidFill>
                  <a:srgbClr val="000000"/>
                </a:solidFill>
                <a:effectLst/>
                <a:uFillTx/>
                <a:latin typeface="Arial"/>
              </a:rPr>
              <a:t>Segundo nivel del esquema</a:t>
            </a:r>
            <a:endParaRPr b="0" lang="es-ES" sz="14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s-ES" sz="1400" strike="noStrike" u="none">
                <a:solidFill>
                  <a:srgbClr val="000000"/>
                </a:solidFill>
                <a:effectLst/>
                <a:uFillTx/>
                <a:latin typeface="Arial"/>
              </a:rPr>
              <a:t>Tercer nivel del esquema</a:t>
            </a:r>
            <a:endParaRPr b="0" lang="es-ES" sz="1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s-ES" sz="1400" strike="noStrike" u="none">
                <a:solidFill>
                  <a:srgbClr val="000000"/>
                </a:solidFill>
                <a:effectLst/>
                <a:uFillTx/>
                <a:latin typeface="Arial"/>
              </a:rPr>
              <a:t>Cuarto nivel del esquema</a:t>
            </a:r>
            <a:endParaRPr b="0" lang="es-ES" sz="14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s-ES" sz="2000" strike="noStrike" u="none">
                <a:solidFill>
                  <a:srgbClr val="000000"/>
                </a:solidFill>
                <a:effectLst/>
                <a:uFillTx/>
                <a:latin typeface="Arial"/>
              </a:rPr>
              <a:t>Quinto nivel del esquema</a:t>
            </a:r>
            <a:endParaRPr b="0" lang="es-ES"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s-ES" sz="2000" strike="noStrike" u="none">
                <a:solidFill>
                  <a:srgbClr val="000000"/>
                </a:solidFill>
                <a:effectLst/>
                <a:uFillTx/>
                <a:latin typeface="Arial"/>
              </a:rPr>
              <a:t>Sexto nivel del esquema</a:t>
            </a:r>
            <a:endParaRPr b="0" lang="es-ES"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s-ES" sz="2000" strike="noStrike" u="none">
                <a:solidFill>
                  <a:srgbClr val="000000"/>
                </a:solidFill>
                <a:effectLst/>
                <a:uFillTx/>
                <a:latin typeface="Arial"/>
              </a:rPr>
              <a:t>Séptimo nivel del esquema</a:t>
            </a:r>
            <a:endParaRPr b="0" lang="es-ES" sz="2000" strike="noStrike" u="none">
              <a:solidFill>
                <a:srgbClr val="000000"/>
              </a:solidFill>
              <a:effectLst/>
              <a:uFillTx/>
              <a:latin typeface="Arial"/>
            </a:endParaRPr>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2_1_1">
    <p:bg>
      <p:bgPr>
        <a:solidFill>
          <a:schemeClr val="dk1"/>
        </a:solidFill>
      </p:bgPr>
    </p:bg>
    <p:spTree>
      <p:nvGrpSpPr>
        <p:cNvPr id="1" name=""/>
        <p:cNvGrpSpPr/>
        <p:nvPr/>
      </p:nvGrpSpPr>
      <p:grpSpPr>
        <a:xfrm>
          <a:off x="0" y="0"/>
          <a:ext cx="0" cy="0"/>
          <a:chOff x="0" y="0"/>
          <a:chExt cx="0" cy="0"/>
        </a:xfrm>
      </p:grpSpPr>
      <p:sp>
        <p:nvSpPr>
          <p:cNvPr id="68" name="Google Shape;120;p27"/>
          <p:cNvSpPr/>
          <p:nvPr/>
        </p:nvSpPr>
        <p:spPr>
          <a:xfrm>
            <a:off x="0" y="-10440"/>
            <a:ext cx="9143640" cy="1180440"/>
          </a:xfrm>
          <a:prstGeom prst="rect">
            <a:avLst/>
          </a:prstGeom>
          <a:solidFill>
            <a:schemeClr val="accent2"/>
          </a:solidFill>
          <a:ln w="0">
            <a:noFill/>
          </a:ln>
        </p:spPr>
        <p:style>
          <a:lnRef idx="0"/>
          <a:fillRef idx="0"/>
          <a:effectRef idx="0"/>
          <a:fontRef idx="minor"/>
        </p:style>
        <p:txBody>
          <a:bodyPr tIns="91440" bIns="91440" anchor="ctr">
            <a:noAutofit/>
          </a:bodyPr>
          <a:p>
            <a:pPr algn="ctr">
              <a:lnSpc>
                <a:spcPct val="100000"/>
              </a:lnSpc>
              <a:tabLst>
                <a:tab algn="l" pos="0"/>
              </a:tabLst>
            </a:pPr>
            <a:endParaRPr b="0" lang="es-ES" sz="1400" strike="noStrike" u="none">
              <a:solidFill>
                <a:srgbClr val="000000"/>
              </a:solidFill>
              <a:effectLst/>
              <a:uFillTx/>
              <a:latin typeface="Arial"/>
            </a:endParaRPr>
          </a:p>
        </p:txBody>
      </p:sp>
      <p:sp>
        <p:nvSpPr>
          <p:cNvPr id="69" name="PlaceHolder 1"/>
          <p:cNvSpPr>
            <a:spLocks noGrp="1"/>
          </p:cNvSpPr>
          <p:nvPr>
            <p:ph type="title"/>
          </p:nvPr>
        </p:nvSpPr>
        <p:spPr>
          <a:xfrm>
            <a:off x="728640" y="539640"/>
            <a:ext cx="3347280" cy="482040"/>
          </a:xfrm>
          <a:prstGeom prst="rect">
            <a:avLst/>
          </a:prstGeom>
          <a:noFill/>
          <a:ln w="0">
            <a:noFill/>
          </a:ln>
        </p:spPr>
        <p:txBody>
          <a:bodyPr lIns="91440" rIns="91440" tIns="91440" bIns="91440" anchor="t">
            <a:noAutofit/>
          </a:bodyPr>
          <a:p>
            <a:pPr indent="0">
              <a:buNone/>
            </a:pPr>
            <a:r>
              <a:rPr b="0" lang="es-ES" sz="2200" strike="noStrike" u="none">
                <a:solidFill>
                  <a:srgbClr val="000000"/>
                </a:solidFill>
                <a:effectLst/>
                <a:uFillTx/>
                <a:latin typeface="Arial"/>
              </a:rPr>
              <a:t>Pulse para editar el formato del texto de título</a:t>
            </a:r>
            <a:endParaRPr b="0" lang="es-ES" sz="2200" strike="noStrike" u="none">
              <a:solidFill>
                <a:srgbClr val="000000"/>
              </a:solidFill>
              <a:effectLst/>
              <a:uFillTx/>
              <a:latin typeface="Arial"/>
            </a:endParaRPr>
          </a:p>
        </p:txBody>
      </p:sp>
      <p:sp>
        <p:nvSpPr>
          <p:cNvPr id="70" name="PlaceHolder 2"/>
          <p:cNvSpPr>
            <a:spLocks noGrp="1"/>
          </p:cNvSpPr>
          <p:nvPr>
            <p:ph type="title"/>
          </p:nvPr>
        </p:nvSpPr>
        <p:spPr>
          <a:xfrm>
            <a:off x="4977720" y="539640"/>
            <a:ext cx="3458160" cy="482040"/>
          </a:xfrm>
          <a:prstGeom prst="rect">
            <a:avLst/>
          </a:prstGeom>
          <a:noFill/>
          <a:ln w="0">
            <a:noFill/>
          </a:ln>
        </p:spPr>
        <p:txBody>
          <a:bodyPr lIns="91440" rIns="91440" tIns="91440" bIns="91440" anchor="t">
            <a:noAutofit/>
          </a:bodyPr>
          <a:p>
            <a:pPr indent="0">
              <a:buNone/>
            </a:pPr>
            <a:r>
              <a:rPr b="0" lang="es-ES" sz="2200" strike="noStrike" u="none">
                <a:solidFill>
                  <a:srgbClr val="000000"/>
                </a:solidFill>
                <a:effectLst/>
                <a:uFillTx/>
                <a:latin typeface="Arial"/>
              </a:rPr>
              <a:t>Pulse para editar el formato del texto de título</a:t>
            </a:r>
            <a:endParaRPr b="0" lang="es-ES" sz="2200" strike="noStrike" u="none">
              <a:solidFill>
                <a:srgbClr val="000000"/>
              </a:solidFill>
              <a:effectLst/>
              <a:uFillTx/>
              <a:latin typeface="Arial"/>
            </a:endParaRPr>
          </a:p>
        </p:txBody>
      </p:sp>
      <p:sp>
        <p:nvSpPr>
          <p:cNvPr id="71" name="PlaceHolder 3"/>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s-ES" sz="1400" strike="noStrike" u="none">
                <a:solidFill>
                  <a:srgbClr val="000000"/>
                </a:solidFill>
                <a:effectLst/>
                <a:uFillTx/>
                <a:latin typeface="Arial"/>
              </a:rPr>
              <a:t>Pulse para editar el formato de texto del esquema</a:t>
            </a:r>
            <a:endParaRPr b="0" lang="es-ES" sz="14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s-ES" sz="1400" strike="noStrike" u="none">
                <a:solidFill>
                  <a:srgbClr val="000000"/>
                </a:solidFill>
                <a:effectLst/>
                <a:uFillTx/>
                <a:latin typeface="Arial"/>
              </a:rPr>
              <a:t>Segundo nivel del esquema</a:t>
            </a:r>
            <a:endParaRPr b="0" lang="es-ES" sz="14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s-ES" sz="1400" strike="noStrike" u="none">
                <a:solidFill>
                  <a:srgbClr val="000000"/>
                </a:solidFill>
                <a:effectLst/>
                <a:uFillTx/>
                <a:latin typeface="Arial"/>
              </a:rPr>
              <a:t>Tercer nivel del esquema</a:t>
            </a:r>
            <a:endParaRPr b="0" lang="es-ES" sz="1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s-ES" sz="1400" strike="noStrike" u="none">
                <a:solidFill>
                  <a:srgbClr val="000000"/>
                </a:solidFill>
                <a:effectLst/>
                <a:uFillTx/>
                <a:latin typeface="Arial"/>
              </a:rPr>
              <a:t>Cuarto nivel del esquema</a:t>
            </a:r>
            <a:endParaRPr b="0" lang="es-ES" sz="14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s-ES" sz="2000" strike="noStrike" u="none">
                <a:solidFill>
                  <a:srgbClr val="000000"/>
                </a:solidFill>
                <a:effectLst/>
                <a:uFillTx/>
                <a:latin typeface="Arial"/>
              </a:rPr>
              <a:t>Quinto nivel del esquema</a:t>
            </a:r>
            <a:endParaRPr b="0" lang="es-ES"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s-ES" sz="2000" strike="noStrike" u="none">
                <a:solidFill>
                  <a:srgbClr val="000000"/>
                </a:solidFill>
                <a:effectLst/>
                <a:uFillTx/>
                <a:latin typeface="Arial"/>
              </a:rPr>
              <a:t>Sexto nivel del esquema</a:t>
            </a:r>
            <a:endParaRPr b="0" lang="es-ES"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s-ES" sz="2000" strike="noStrike" u="none">
                <a:solidFill>
                  <a:srgbClr val="000000"/>
                </a:solidFill>
                <a:effectLst/>
                <a:uFillTx/>
                <a:latin typeface="Arial"/>
              </a:rPr>
              <a:t>Séptimo nivel del esquema</a:t>
            </a:r>
            <a:endParaRPr b="0" lang="es-ES" sz="2000" strike="noStrike" u="none">
              <a:solidFill>
                <a:srgbClr val="000000"/>
              </a:solidFill>
              <a:effectLst/>
              <a:uFillTx/>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Relationship Id="rId18" Type="http://schemas.openxmlformats.org/officeDocument/2006/relationships/slideLayout" Target="../slideLayouts/slideLayout17.xml"/><Relationship Id="rId19" Type="http://schemas.openxmlformats.org/officeDocument/2006/relationships/slideLayout" Target="../slideLayouts/slideLayout18.xml"/><Relationship Id="rId20" Type="http://schemas.openxmlformats.org/officeDocument/2006/relationships/slideLayout" Target="../slideLayouts/slideLayout19.xml"/><Relationship Id="rId21" Type="http://schemas.openxmlformats.org/officeDocument/2006/relationships/slideLayout" Target="../slideLayouts/slideLayout20.xml"/><Relationship Id="rId22" Type="http://schemas.openxmlformats.org/officeDocument/2006/relationships/slideLayout" Target="../slideLayouts/slideLayout21.xml"/><Relationship Id="rId23" Type="http://schemas.openxmlformats.org/officeDocument/2006/relationships/slideLayout" Target="../slideLayouts/slideLayout22.xml"/>
</Relationships>
</file>

<file path=ppt/slideMasters/_rels/slideMaster23.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3.xml"/><Relationship Id="rId3" Type="http://schemas.openxmlformats.org/officeDocument/2006/relationships/slideLayout" Target="../slideLayouts/slideLayout24.xml"/><Relationship Id="rId4" Type="http://schemas.openxmlformats.org/officeDocument/2006/relationships/slideLayout" Target="../slideLayouts/slideLayout25.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Lst>
</p:sldMaster>
</file>

<file path=ppt/slideMasters/slideMaster2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72" r:id="rId2"/>
    <p:sldLayoutId id="2147483673" r:id="rId3"/>
    <p:sldLayoutId id="2147483674" r:id="rId4"/>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image" Target="../media/image8.gif"/><Relationship Id="rId2" Type="http://schemas.openxmlformats.org/officeDocument/2006/relationships/slideLayout" Target="../slideLayouts/slideLayout4.xml"/>
</Relationships>
</file>

<file path=ppt/slides/_rels/slide3.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5.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2.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7.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1.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
<Relationships xmlns="http://schemas.openxmlformats.org/package/2006/relationships"><Relationship Id="rId1" Type="http://schemas.openxmlformats.org/officeDocument/2006/relationships/hyperlink" Target="https://slidesgo.com/slidesgo-school/presentation-tips/how-to-modify-a-graph-in-our-templates?utm_source=slidesgo_template&amp;utm_medium=referral-link&amp;utm_campaign=how-to-modify-a-graph-in-our-templates&amp;utm_term=slidesgo-school&amp;utm_content=how-to-modify-a-graph-in-our-templates" TargetMode="External"/><Relationship Id="rId2" Type="http://schemas.openxmlformats.org/officeDocument/2006/relationships/hyperlink" Target="https://docs.google.com/spreadsheets/d/1QYAJkI2jw026pEvVX3Lcs2H25MwXp8lgt199pVvyibI/copy?usp=sharing" TargetMode="External"/><Relationship Id="rId3" Type="http://schemas.openxmlformats.org/officeDocument/2006/relationships/image" Target="../media/image10.png"/><Relationship Id="rId4" Type="http://schemas.openxmlformats.org/officeDocument/2006/relationships/slideLayout" Target="../slideLayouts/slideLayout18.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8.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5.xml.rels><?xml version="1.0" encoding="UTF-8"?>
<Relationships xmlns="http://schemas.openxmlformats.org/package/2006/relationships"><Relationship Id="rId1" Type="http://schemas.openxmlformats.org/officeDocument/2006/relationships/hyperlink" Target="https://www.freepik.com/free-ai-image/people-working-with-ai-operated-devices_408719859.htm" TargetMode="External"/><Relationship Id="rId2" Type="http://schemas.openxmlformats.org/officeDocument/2006/relationships/hyperlink" Target="https://www.freepik.com/free-ai-image/people-working-with-ai-operated-devices_408719846.htm" TargetMode="External"/><Relationship Id="rId3" Type="http://schemas.openxmlformats.org/officeDocument/2006/relationships/hyperlink" Target="https://www.freepik.com/free-vector/gradient-grainy-texture_14571534.htm" TargetMode="External"/><Relationship Id="rId4" Type="http://schemas.openxmlformats.org/officeDocument/2006/relationships/hyperlink" Target="https://www.freepik.com/free-vector/round-bubble-spheres-northern-lights-background_5377310.htm" TargetMode="External"/><Relationship Id="rId5" Type="http://schemas.openxmlformats.org/officeDocument/2006/relationships/hyperlink" Target="https://www.freepik.com/free-vector/abstract-northern-lights-background-with-defocused-coloured-shapes_5377307.htm" TargetMode="External"/><Relationship Id="rId6" Type="http://schemas.openxmlformats.org/officeDocument/2006/relationships/slideLayout" Target="../slideLayouts/slideLayout16.xml"/>
</Relationships>
</file>

<file path=ppt/slides/_rels/slide16.xml.rels><?xml version="1.0" encoding="UTF-8"?>
<Relationships xmlns="http://schemas.openxmlformats.org/package/2006/relationships"><Relationship Id="rId1" Type="http://schemas.openxmlformats.org/officeDocument/2006/relationships/hyperlink" Target="https://www.freepik.com/free-vector/abstract-blue-northern-lights-background_5269515.htm" TargetMode="External"/><Relationship Id="rId2" Type="http://schemas.openxmlformats.org/officeDocument/2006/relationships/hyperlink" Target="https://www.freepik.com/free-ai-image/people-working-with-ai-operated-devices_408719869.htm" TargetMode="External"/><Relationship Id="rId3" Type="http://schemas.openxmlformats.org/officeDocument/2006/relationships/slideLayout" Target="../slideLayouts/slideLayout16.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72" name="PlaceHolder 1"/>
          <p:cNvSpPr>
            <a:spLocks noGrp="1"/>
          </p:cNvSpPr>
          <p:nvPr>
            <p:ph type="subTitle"/>
          </p:nvPr>
        </p:nvSpPr>
        <p:spPr>
          <a:xfrm>
            <a:off x="5389560" y="3946320"/>
            <a:ext cx="3040920" cy="657360"/>
          </a:xfrm>
          <a:prstGeom prst="rect">
            <a:avLst/>
          </a:prstGeom>
          <a:noFill/>
          <a:ln w="0">
            <a:noFill/>
          </a:ln>
        </p:spPr>
        <p:txBody>
          <a:bodyPr lIns="91440" rIns="91440" tIns="91440" bIns="91440" anchor="t">
            <a:noAutofit/>
          </a:bodyPr>
          <a:p>
            <a:pPr algn="r">
              <a:lnSpc>
                <a:spcPct val="100000"/>
              </a:lnSpc>
              <a:tabLst>
                <a:tab algn="l" pos="0"/>
              </a:tabLst>
            </a:pPr>
            <a:r>
              <a:rPr b="0" lang="en" sz="1600" strike="noStrike" u="none">
                <a:solidFill>
                  <a:schemeClr val="dk1"/>
                </a:solidFill>
                <a:effectLst/>
                <a:uFillTx/>
                <a:latin typeface="Albert Sans"/>
                <a:ea typeface="Albert Sans"/>
              </a:rPr>
              <a:t>Clasificador de emociones caninas con Machine Learning</a:t>
            </a:r>
            <a:endParaRPr b="0" lang="es-ES" sz="1600" strike="noStrike" u="none">
              <a:solidFill>
                <a:srgbClr val="ffffff"/>
              </a:solidFill>
              <a:effectLst/>
              <a:uFillTx/>
              <a:latin typeface="Arial"/>
            </a:endParaRPr>
          </a:p>
        </p:txBody>
      </p:sp>
      <p:sp>
        <p:nvSpPr>
          <p:cNvPr id="73" name="PlaceHolder 2"/>
          <p:cNvSpPr>
            <a:spLocks noGrp="1"/>
          </p:cNvSpPr>
          <p:nvPr>
            <p:ph type="title"/>
          </p:nvPr>
        </p:nvSpPr>
        <p:spPr>
          <a:xfrm>
            <a:off x="713160" y="539640"/>
            <a:ext cx="7717320" cy="906840"/>
          </a:xfrm>
          <a:prstGeom prst="rect">
            <a:avLst/>
          </a:prstGeom>
          <a:noFill/>
          <a:ln w="0">
            <a:noFill/>
          </a:ln>
        </p:spPr>
        <p:txBody>
          <a:bodyPr lIns="91440" rIns="91440" tIns="91440" bIns="91440" anchor="b">
            <a:noAutofit/>
          </a:bodyPr>
          <a:p>
            <a:pPr indent="0">
              <a:lnSpc>
                <a:spcPct val="100000"/>
              </a:lnSpc>
              <a:buNone/>
              <a:tabLst>
                <a:tab algn="l" pos="0"/>
              </a:tabLst>
            </a:pPr>
            <a:r>
              <a:rPr b="0" lang="en" sz="5000" strike="noStrike" u="none">
                <a:solidFill>
                  <a:schemeClr val="dk1"/>
                </a:solidFill>
                <a:effectLst/>
                <a:uFillTx/>
                <a:latin typeface="Syne SemiBold"/>
                <a:ea typeface="Syne SemiBold"/>
              </a:rPr>
              <a:t>Waw app</a:t>
            </a:r>
            <a:endParaRPr b="0" lang="es-ES" sz="5000" strike="noStrike" u="none">
              <a:solidFill>
                <a:srgbClr val="000000"/>
              </a:solidFill>
              <a:effectLst/>
              <a:uFillTx/>
              <a:latin typeface="Arial"/>
            </a:endParaRPr>
          </a:p>
        </p:txBody>
      </p:sp>
      <p:sp>
        <p:nvSpPr>
          <p:cNvPr id="74" name="Google Shape;129;p28"/>
          <p:cNvSpPr/>
          <p:nvPr/>
        </p:nvSpPr>
        <p:spPr>
          <a:xfrm>
            <a:off x="306360" y="4604040"/>
            <a:ext cx="1123920" cy="392040"/>
          </a:xfrm>
          <a:prstGeom prst="rect">
            <a:avLst/>
          </a:prstGeom>
          <a:noFill/>
          <a:ln w="0">
            <a:noFill/>
          </a:ln>
        </p:spPr>
        <p:style>
          <a:lnRef idx="0"/>
          <a:fillRef idx="0"/>
          <a:effectRef idx="0"/>
          <a:fontRef idx="minor"/>
        </p:style>
        <p:txBody>
          <a:bodyPr tIns="91440" bIns="91440" anchor="ctr">
            <a:noAutofit/>
          </a:bodyPr>
          <a:p>
            <a:pPr>
              <a:lnSpc>
                <a:spcPct val="100000"/>
              </a:lnSpc>
              <a:tabLst>
                <a:tab algn="l" pos="0"/>
              </a:tabLst>
            </a:pPr>
            <a:r>
              <a:rPr b="0" lang="en" sz="1000" strike="noStrike" u="none">
                <a:solidFill>
                  <a:schemeClr val="dk1"/>
                </a:solidFill>
                <a:effectLst/>
                <a:uFillTx/>
                <a:latin typeface="Syne"/>
                <a:ea typeface="Syne"/>
              </a:rPr>
              <a:t>The Bridge</a:t>
            </a:r>
            <a:endParaRPr b="0" lang="es-ES" sz="1000" strike="noStrike" u="none">
              <a:solidFill>
                <a:srgbClr val="ffffff"/>
              </a:solidFill>
              <a:effectLst/>
              <a:uFillTx/>
              <a:latin typeface="Arial"/>
            </a:endParaRPr>
          </a:p>
        </p:txBody>
      </p:sp>
      <p:cxnSp>
        <p:nvCxnSpPr>
          <p:cNvPr id="75" name="Google Shape;130;p28"/>
          <p:cNvCxnSpPr/>
          <p:nvPr/>
        </p:nvCxnSpPr>
        <p:spPr>
          <a:xfrm>
            <a:off x="1430640" y="4799880"/>
            <a:ext cx="8245800" cy="360"/>
          </a:xfrm>
          <a:prstGeom prst="straightConnector1">
            <a:avLst/>
          </a:prstGeom>
          <a:ln w="9525">
            <a:solidFill>
              <a:srgbClr val="ffffff"/>
            </a:solidFill>
            <a:round/>
          </a:ln>
        </p:spPr>
      </p:cxn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 name="PlaceHolder 1"/>
          <p:cNvSpPr>
            <a:spLocks noGrp="1"/>
          </p:cNvSpPr>
          <p:nvPr>
            <p:ph type="title"/>
          </p:nvPr>
        </p:nvSpPr>
        <p:spPr>
          <a:xfrm>
            <a:off x="713160" y="539640"/>
            <a:ext cx="7026840" cy="619920"/>
          </a:xfrm>
          <a:prstGeom prst="rect">
            <a:avLst/>
          </a:prstGeom>
          <a:noFill/>
          <a:ln w="0">
            <a:noFill/>
          </a:ln>
        </p:spPr>
        <p:txBody>
          <a:bodyPr lIns="91440" rIns="91440" tIns="91440" bIns="91440" anchor="t">
            <a:noAutofit/>
          </a:bodyPr>
          <a:p>
            <a:pPr indent="0">
              <a:lnSpc>
                <a:spcPct val="100000"/>
              </a:lnSpc>
              <a:buNone/>
              <a:tabLst>
                <a:tab algn="l" pos="0"/>
              </a:tabLst>
            </a:pPr>
            <a:r>
              <a:rPr b="0" lang="en" sz="3000" strike="noStrike" u="none">
                <a:solidFill>
                  <a:schemeClr val="dk1"/>
                </a:solidFill>
                <a:effectLst/>
                <a:uFillTx/>
                <a:latin typeface="Syne SemiBold"/>
                <a:ea typeface="Syne SemiBold"/>
              </a:rPr>
              <a:t>¿Sabes si le pasa algo a tu perro?</a:t>
            </a:r>
            <a:endParaRPr b="0" lang="es-ES" sz="3000" strike="noStrike" u="none">
              <a:solidFill>
                <a:srgbClr val="000000"/>
              </a:solidFill>
              <a:effectLst/>
              <a:uFillTx/>
              <a:latin typeface="Arial"/>
            </a:endParaRPr>
          </a:p>
          <a:p>
            <a:pPr indent="0">
              <a:lnSpc>
                <a:spcPct val="100000"/>
              </a:lnSpc>
              <a:buNone/>
              <a:tabLst>
                <a:tab algn="l" pos="0"/>
              </a:tabLst>
            </a:pPr>
            <a:endParaRPr b="0" lang="es-ES" sz="3000" strike="noStrike" u="none">
              <a:solidFill>
                <a:srgbClr val="000000"/>
              </a:solidFill>
              <a:effectLst/>
              <a:uFillTx/>
              <a:latin typeface="Arial"/>
            </a:endParaRPr>
          </a:p>
        </p:txBody>
      </p:sp>
      <p:sp>
        <p:nvSpPr>
          <p:cNvPr id="77" name="PlaceHolder 2"/>
          <p:cNvSpPr>
            <a:spLocks noGrp="1"/>
          </p:cNvSpPr>
          <p:nvPr>
            <p:ph type="title"/>
          </p:nvPr>
        </p:nvSpPr>
        <p:spPr>
          <a:xfrm>
            <a:off x="4494600" y="1951200"/>
            <a:ext cx="1013040" cy="619920"/>
          </a:xfrm>
          <a:prstGeom prst="rect">
            <a:avLst/>
          </a:prstGeom>
          <a:noFill/>
          <a:ln w="0">
            <a:noFill/>
          </a:ln>
        </p:spPr>
        <p:txBody>
          <a:bodyPr lIns="91440" rIns="91440" tIns="91440" bIns="91440" anchor="ctr">
            <a:noAutofit/>
          </a:bodyPr>
          <a:p>
            <a:pPr indent="0" algn="r">
              <a:lnSpc>
                <a:spcPct val="100000"/>
              </a:lnSpc>
              <a:buNone/>
              <a:tabLst>
                <a:tab algn="l" pos="0"/>
              </a:tabLst>
            </a:pPr>
            <a:r>
              <a:rPr b="0" lang="en" sz="2600" strike="noStrike" u="none">
                <a:solidFill>
                  <a:schemeClr val="dk1"/>
                </a:solidFill>
                <a:effectLst/>
                <a:uFillTx/>
                <a:latin typeface="Syne Medium"/>
                <a:ea typeface="Syne Medium"/>
              </a:rPr>
              <a:t>(01)</a:t>
            </a:r>
            <a:endParaRPr b="0" lang="es-ES" sz="2600" strike="noStrike" u="none">
              <a:solidFill>
                <a:srgbClr val="000000"/>
              </a:solidFill>
              <a:effectLst/>
              <a:uFillTx/>
              <a:latin typeface="Arial"/>
            </a:endParaRPr>
          </a:p>
        </p:txBody>
      </p:sp>
      <p:sp>
        <p:nvSpPr>
          <p:cNvPr id="78" name="PlaceHolder 3"/>
          <p:cNvSpPr>
            <a:spLocks noGrp="1"/>
          </p:cNvSpPr>
          <p:nvPr>
            <p:ph type="title"/>
          </p:nvPr>
        </p:nvSpPr>
        <p:spPr>
          <a:xfrm>
            <a:off x="4494600" y="3306240"/>
            <a:ext cx="1013040" cy="619920"/>
          </a:xfrm>
          <a:prstGeom prst="rect">
            <a:avLst/>
          </a:prstGeom>
          <a:noFill/>
          <a:ln w="0">
            <a:noFill/>
          </a:ln>
        </p:spPr>
        <p:txBody>
          <a:bodyPr lIns="91440" rIns="91440" tIns="91440" bIns="91440" anchor="ctr">
            <a:noAutofit/>
          </a:bodyPr>
          <a:p>
            <a:pPr indent="0" algn="r">
              <a:lnSpc>
                <a:spcPct val="100000"/>
              </a:lnSpc>
              <a:buNone/>
              <a:tabLst>
                <a:tab algn="l" pos="0"/>
              </a:tabLst>
            </a:pPr>
            <a:r>
              <a:rPr b="0" lang="en" sz="2600" strike="noStrike" u="none">
                <a:solidFill>
                  <a:schemeClr val="dk1"/>
                </a:solidFill>
                <a:effectLst/>
                <a:uFillTx/>
                <a:latin typeface="Syne Medium"/>
                <a:ea typeface="Syne Medium"/>
              </a:rPr>
              <a:t>(03)</a:t>
            </a:r>
            <a:endParaRPr b="0" lang="es-ES" sz="2600" strike="noStrike" u="none">
              <a:solidFill>
                <a:srgbClr val="000000"/>
              </a:solidFill>
              <a:effectLst/>
              <a:uFillTx/>
              <a:latin typeface="Arial"/>
            </a:endParaRPr>
          </a:p>
        </p:txBody>
      </p:sp>
      <p:sp>
        <p:nvSpPr>
          <p:cNvPr id="79" name="PlaceHolder 4"/>
          <p:cNvSpPr>
            <a:spLocks noGrp="1"/>
          </p:cNvSpPr>
          <p:nvPr>
            <p:ph type="title"/>
          </p:nvPr>
        </p:nvSpPr>
        <p:spPr>
          <a:xfrm>
            <a:off x="4494600" y="2628720"/>
            <a:ext cx="1013040" cy="619920"/>
          </a:xfrm>
          <a:prstGeom prst="rect">
            <a:avLst/>
          </a:prstGeom>
          <a:noFill/>
          <a:ln w="0">
            <a:noFill/>
          </a:ln>
        </p:spPr>
        <p:txBody>
          <a:bodyPr lIns="91440" rIns="91440" tIns="91440" bIns="91440" anchor="ctr">
            <a:noAutofit/>
          </a:bodyPr>
          <a:p>
            <a:pPr indent="0" algn="r">
              <a:lnSpc>
                <a:spcPct val="100000"/>
              </a:lnSpc>
              <a:buNone/>
              <a:tabLst>
                <a:tab algn="l" pos="0"/>
              </a:tabLst>
            </a:pPr>
            <a:r>
              <a:rPr b="0" lang="en" sz="2600" strike="noStrike" u="none">
                <a:solidFill>
                  <a:schemeClr val="dk1"/>
                </a:solidFill>
                <a:effectLst/>
                <a:uFillTx/>
                <a:latin typeface="Syne Medium"/>
                <a:ea typeface="Syne Medium"/>
              </a:rPr>
              <a:t>(02)</a:t>
            </a:r>
            <a:endParaRPr b="0" lang="es-ES" sz="2600" strike="noStrike" u="none">
              <a:solidFill>
                <a:srgbClr val="000000"/>
              </a:solidFill>
              <a:effectLst/>
              <a:uFillTx/>
              <a:latin typeface="Arial"/>
            </a:endParaRPr>
          </a:p>
        </p:txBody>
      </p:sp>
      <p:sp>
        <p:nvSpPr>
          <p:cNvPr id="80" name="PlaceHolder 5"/>
          <p:cNvSpPr>
            <a:spLocks noGrp="1"/>
          </p:cNvSpPr>
          <p:nvPr>
            <p:ph type="title"/>
          </p:nvPr>
        </p:nvSpPr>
        <p:spPr>
          <a:xfrm>
            <a:off x="4494600" y="3983760"/>
            <a:ext cx="1013040" cy="619920"/>
          </a:xfrm>
          <a:prstGeom prst="rect">
            <a:avLst/>
          </a:prstGeom>
          <a:noFill/>
          <a:ln w="0">
            <a:noFill/>
          </a:ln>
        </p:spPr>
        <p:txBody>
          <a:bodyPr lIns="91440" rIns="91440" tIns="91440" bIns="91440" anchor="ctr">
            <a:noAutofit/>
          </a:bodyPr>
          <a:p>
            <a:pPr indent="0" algn="r">
              <a:lnSpc>
                <a:spcPct val="100000"/>
              </a:lnSpc>
              <a:buNone/>
              <a:tabLst>
                <a:tab algn="l" pos="0"/>
              </a:tabLst>
            </a:pPr>
            <a:r>
              <a:rPr b="0" lang="en" sz="2600" strike="noStrike" u="none">
                <a:solidFill>
                  <a:schemeClr val="dk1"/>
                </a:solidFill>
                <a:effectLst/>
                <a:uFillTx/>
                <a:latin typeface="Syne Medium"/>
                <a:ea typeface="Syne Medium"/>
              </a:rPr>
              <a:t>(04)</a:t>
            </a:r>
            <a:endParaRPr b="0" lang="es-ES" sz="2600" strike="noStrike" u="none">
              <a:solidFill>
                <a:srgbClr val="000000"/>
              </a:solidFill>
              <a:effectLst/>
              <a:uFillTx/>
              <a:latin typeface="Arial"/>
            </a:endParaRPr>
          </a:p>
        </p:txBody>
      </p:sp>
      <p:sp>
        <p:nvSpPr>
          <p:cNvPr id="81" name="PlaceHolder 6"/>
          <p:cNvSpPr>
            <a:spLocks noGrp="1"/>
          </p:cNvSpPr>
          <p:nvPr>
            <p:ph type="subTitle"/>
          </p:nvPr>
        </p:nvSpPr>
        <p:spPr>
          <a:xfrm>
            <a:off x="5559840" y="1951200"/>
            <a:ext cx="2870640" cy="619920"/>
          </a:xfrm>
          <a:prstGeom prst="rect">
            <a:avLst/>
          </a:prstGeom>
          <a:noFill/>
          <a:ln w="0">
            <a:noFill/>
          </a:ln>
        </p:spPr>
        <p:txBody>
          <a:bodyPr lIns="91440" rIns="91440" tIns="91440" bIns="91440" anchor="ctr">
            <a:noAutofit/>
          </a:bodyPr>
          <a:p>
            <a:pPr indent="0">
              <a:lnSpc>
                <a:spcPct val="100000"/>
              </a:lnSpc>
              <a:buNone/>
              <a:tabLst>
                <a:tab algn="l" pos="0"/>
              </a:tabLst>
            </a:pPr>
            <a:r>
              <a:rPr b="0" lang="en" sz="2000" strike="noStrike" u="none">
                <a:solidFill>
                  <a:schemeClr val="dk1"/>
                </a:solidFill>
                <a:effectLst/>
                <a:uFillTx/>
                <a:latin typeface="Syne Medium"/>
                <a:ea typeface="Syne Medium"/>
              </a:rPr>
              <a:t>Presentación</a:t>
            </a:r>
            <a:endParaRPr b="0" lang="es-ES" sz="2000" strike="noStrike" u="none">
              <a:solidFill>
                <a:srgbClr val="ffffff"/>
              </a:solidFill>
              <a:effectLst/>
              <a:uFillTx/>
              <a:latin typeface="Arial"/>
            </a:endParaRPr>
          </a:p>
        </p:txBody>
      </p:sp>
      <p:sp>
        <p:nvSpPr>
          <p:cNvPr id="82" name="PlaceHolder 7"/>
          <p:cNvSpPr>
            <a:spLocks noGrp="1"/>
          </p:cNvSpPr>
          <p:nvPr>
            <p:ph type="subTitle"/>
          </p:nvPr>
        </p:nvSpPr>
        <p:spPr>
          <a:xfrm>
            <a:off x="5559840" y="2628720"/>
            <a:ext cx="2870640" cy="619920"/>
          </a:xfrm>
          <a:prstGeom prst="rect">
            <a:avLst/>
          </a:prstGeom>
          <a:noFill/>
          <a:ln w="0">
            <a:noFill/>
          </a:ln>
        </p:spPr>
        <p:txBody>
          <a:bodyPr lIns="91440" rIns="91440" tIns="91440" bIns="91440" anchor="ctr">
            <a:noAutofit/>
          </a:bodyPr>
          <a:p>
            <a:pPr indent="0">
              <a:lnSpc>
                <a:spcPct val="100000"/>
              </a:lnSpc>
              <a:buNone/>
              <a:tabLst>
                <a:tab algn="l" pos="0"/>
              </a:tabLst>
            </a:pPr>
            <a:r>
              <a:rPr b="0" lang="en" sz="2000" strike="noStrike" u="none">
                <a:solidFill>
                  <a:schemeClr val="dk1"/>
                </a:solidFill>
                <a:effectLst/>
                <a:uFillTx/>
                <a:latin typeface="Syne Medium"/>
                <a:ea typeface="Syne Medium"/>
              </a:rPr>
              <a:t>Arquitectura</a:t>
            </a:r>
            <a:endParaRPr b="0" lang="es-ES" sz="2000" strike="noStrike" u="none">
              <a:solidFill>
                <a:srgbClr val="ffffff"/>
              </a:solidFill>
              <a:effectLst/>
              <a:uFillTx/>
              <a:latin typeface="Arial"/>
            </a:endParaRPr>
          </a:p>
        </p:txBody>
      </p:sp>
      <p:sp>
        <p:nvSpPr>
          <p:cNvPr id="83" name="PlaceHolder 8"/>
          <p:cNvSpPr>
            <a:spLocks noGrp="1"/>
          </p:cNvSpPr>
          <p:nvPr>
            <p:ph type="subTitle"/>
          </p:nvPr>
        </p:nvSpPr>
        <p:spPr>
          <a:xfrm>
            <a:off x="5559840" y="3306240"/>
            <a:ext cx="2870640" cy="619920"/>
          </a:xfrm>
          <a:prstGeom prst="rect">
            <a:avLst/>
          </a:prstGeom>
          <a:noFill/>
          <a:ln w="0">
            <a:noFill/>
          </a:ln>
        </p:spPr>
        <p:txBody>
          <a:bodyPr lIns="91440" rIns="91440" tIns="91440" bIns="91440" anchor="ctr">
            <a:noAutofit/>
          </a:bodyPr>
          <a:p>
            <a:pPr indent="0">
              <a:lnSpc>
                <a:spcPct val="100000"/>
              </a:lnSpc>
              <a:buNone/>
              <a:tabLst>
                <a:tab algn="l" pos="0"/>
              </a:tabLst>
            </a:pPr>
            <a:r>
              <a:rPr b="0" lang="en" sz="2000" strike="noStrike" u="none">
                <a:solidFill>
                  <a:schemeClr val="dk1"/>
                </a:solidFill>
                <a:effectLst/>
                <a:uFillTx/>
                <a:latin typeface="Syne Medium"/>
                <a:ea typeface="Syne Medium"/>
              </a:rPr>
              <a:t>Casos de uso</a:t>
            </a:r>
            <a:endParaRPr b="0" lang="es-ES" sz="2000" strike="noStrike" u="none">
              <a:solidFill>
                <a:srgbClr val="ffffff"/>
              </a:solidFill>
              <a:effectLst/>
              <a:uFillTx/>
              <a:latin typeface="Arial"/>
            </a:endParaRPr>
          </a:p>
        </p:txBody>
      </p:sp>
      <p:sp>
        <p:nvSpPr>
          <p:cNvPr id="84" name="PlaceHolder 9"/>
          <p:cNvSpPr>
            <a:spLocks noGrp="1"/>
          </p:cNvSpPr>
          <p:nvPr>
            <p:ph type="subTitle"/>
          </p:nvPr>
        </p:nvSpPr>
        <p:spPr>
          <a:xfrm>
            <a:off x="5559840" y="3983760"/>
            <a:ext cx="2870640" cy="619920"/>
          </a:xfrm>
          <a:prstGeom prst="rect">
            <a:avLst/>
          </a:prstGeom>
          <a:noFill/>
          <a:ln w="0">
            <a:noFill/>
          </a:ln>
        </p:spPr>
        <p:txBody>
          <a:bodyPr lIns="91440" rIns="91440" tIns="91440" bIns="91440" anchor="ctr">
            <a:noAutofit/>
          </a:bodyPr>
          <a:p>
            <a:pPr indent="0">
              <a:lnSpc>
                <a:spcPct val="100000"/>
              </a:lnSpc>
              <a:buNone/>
              <a:tabLst>
                <a:tab algn="l" pos="0"/>
              </a:tabLst>
            </a:pPr>
            <a:r>
              <a:rPr b="0" lang="en" sz="2000" strike="noStrike" u="none">
                <a:solidFill>
                  <a:schemeClr val="dk1"/>
                </a:solidFill>
                <a:effectLst/>
                <a:uFillTx/>
                <a:latin typeface="Syne Medium"/>
                <a:ea typeface="Syne Medium"/>
              </a:rPr>
              <a:t>Futuras mejoras</a:t>
            </a:r>
            <a:endParaRPr b="0" lang="es-ES" sz="2000" strike="noStrike" u="none">
              <a:solidFill>
                <a:srgbClr val="ffffff"/>
              </a:solidFill>
              <a:effectLst/>
              <a:uFillTx/>
              <a:latin typeface="Arial"/>
            </a:endParaRPr>
          </a:p>
        </p:txBody>
      </p:sp>
      <p:pic>
        <p:nvPicPr>
          <p:cNvPr id="85" name="" descr=""/>
          <p:cNvPicPr/>
          <p:nvPr/>
        </p:nvPicPr>
        <p:blipFill>
          <a:blip r:embed="rId1"/>
          <a:stretch/>
        </p:blipFill>
        <p:spPr>
          <a:xfrm>
            <a:off x="1440000" y="2086560"/>
            <a:ext cx="1735200" cy="2413440"/>
          </a:xfrm>
          <a:prstGeom prst="rect">
            <a:avLst/>
          </a:prstGeom>
          <a:noFill/>
          <a:ln w="0">
            <a:noFill/>
          </a:ln>
          <a:effectLst>
            <a:outerShdw dist="101823" dir="2700000" blurRad="380880" rotWithShape="0">
              <a:srgbClr val="000000">
                <a:alpha val="90000"/>
              </a:srgbClr>
            </a:outerShdw>
          </a:effectLst>
        </p:spPr>
      </p:pic>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 name="PlaceHolder 1"/>
          <p:cNvSpPr>
            <a:spLocks noGrp="1"/>
          </p:cNvSpPr>
          <p:nvPr>
            <p:ph type="title"/>
          </p:nvPr>
        </p:nvSpPr>
        <p:spPr>
          <a:xfrm>
            <a:off x="540000" y="539640"/>
            <a:ext cx="8100000" cy="572400"/>
          </a:xfrm>
          <a:prstGeom prst="rect">
            <a:avLst/>
          </a:prstGeom>
          <a:noFill/>
          <a:ln w="0">
            <a:noFill/>
          </a:ln>
        </p:spPr>
        <p:txBody>
          <a:bodyPr lIns="91440" rIns="91440" tIns="91440" bIns="91440" anchor="b">
            <a:noAutofit/>
          </a:bodyPr>
          <a:p>
            <a:pPr indent="0">
              <a:lnSpc>
                <a:spcPct val="100000"/>
              </a:lnSpc>
              <a:buNone/>
              <a:tabLst>
                <a:tab algn="l" pos="0"/>
              </a:tabLst>
            </a:pPr>
            <a:r>
              <a:rPr b="0" lang="en" sz="2400" strike="noStrike" u="none">
                <a:solidFill>
                  <a:schemeClr val="dk1"/>
                </a:solidFill>
                <a:effectLst/>
                <a:uFillTx/>
                <a:latin typeface="Syne SemiBold"/>
                <a:ea typeface="Syne SemiBold"/>
              </a:rPr>
              <a:t>Una app para identificar las emociones de tu perro</a:t>
            </a:r>
            <a:endParaRPr b="0" lang="es-ES" sz="2400" strike="noStrike" u="none">
              <a:solidFill>
                <a:srgbClr val="000000"/>
              </a:solidFill>
              <a:effectLst/>
              <a:uFillTx/>
              <a:latin typeface="Arial"/>
            </a:endParaRPr>
          </a:p>
        </p:txBody>
      </p:sp>
      <p:sp>
        <p:nvSpPr>
          <p:cNvPr id="87" name="PlaceHolder 2"/>
          <p:cNvSpPr>
            <a:spLocks noGrp="1"/>
          </p:cNvSpPr>
          <p:nvPr>
            <p:ph type="subTitle"/>
          </p:nvPr>
        </p:nvSpPr>
        <p:spPr>
          <a:xfrm>
            <a:off x="4928760" y="1800000"/>
            <a:ext cx="3501720" cy="2193120"/>
          </a:xfrm>
          <a:prstGeom prst="rect">
            <a:avLst/>
          </a:prstGeom>
          <a:noFill/>
          <a:ln w="0">
            <a:noFill/>
          </a:ln>
        </p:spPr>
        <p:txBody>
          <a:bodyPr lIns="91440" rIns="91440" tIns="91440" bIns="91440" anchor="t">
            <a:noAutofit/>
          </a:bodyPr>
          <a:p>
            <a:pPr indent="0">
              <a:lnSpc>
                <a:spcPct val="100000"/>
              </a:lnSpc>
              <a:spcBef>
                <a:spcPts val="1191"/>
              </a:spcBef>
              <a:spcAft>
                <a:spcPts val="992"/>
              </a:spcAft>
              <a:buNone/>
              <a:tabLst>
                <a:tab algn="l" pos="0"/>
              </a:tabLst>
            </a:pPr>
            <a:r>
              <a:rPr b="0" lang="en" sz="1600" strike="noStrike" u="none">
                <a:solidFill>
                  <a:schemeClr val="dk1"/>
                </a:solidFill>
                <a:effectLst/>
                <a:uFillTx/>
                <a:latin typeface="Albert Sans"/>
                <a:ea typeface="Albert Sans"/>
              </a:rPr>
              <a:t>Plataforma de Machine Learning que clasifica emociones caninas mediante el análisis de imágenes. </a:t>
            </a:r>
            <a:endParaRPr b="0" lang="es-ES" sz="1600" strike="noStrike" u="none">
              <a:solidFill>
                <a:srgbClr val="ffffff"/>
              </a:solidFill>
              <a:effectLst/>
              <a:uFillTx/>
              <a:latin typeface="Arial"/>
            </a:endParaRPr>
          </a:p>
          <a:p>
            <a:pPr indent="0">
              <a:lnSpc>
                <a:spcPct val="100000"/>
              </a:lnSpc>
              <a:spcBef>
                <a:spcPts val="1191"/>
              </a:spcBef>
              <a:spcAft>
                <a:spcPts val="992"/>
              </a:spcAft>
              <a:buNone/>
              <a:tabLst>
                <a:tab algn="l" pos="0"/>
              </a:tabLst>
            </a:pPr>
            <a:r>
              <a:rPr b="0" lang="en" sz="1600" strike="noStrike" u="none">
                <a:solidFill>
                  <a:schemeClr val="dk1"/>
                </a:solidFill>
                <a:effectLst/>
                <a:uFillTx/>
                <a:latin typeface="Albert Sans"/>
                <a:ea typeface="Albert Sans"/>
              </a:rPr>
              <a:t>Compara modelos clásicos y Redes Neuronales para optimizar la precisión del diagnóstico emocional.</a:t>
            </a:r>
            <a:r>
              <a:rPr b="0" lang="en" sz="1200" strike="noStrike" u="none">
                <a:solidFill>
                  <a:schemeClr val="dk1"/>
                </a:solidFill>
                <a:effectLst/>
                <a:uFillTx/>
                <a:latin typeface="Albert Sans"/>
                <a:ea typeface="Albert Sans"/>
              </a:rPr>
              <a:t> </a:t>
            </a:r>
            <a:endParaRPr b="0" lang="es-ES" sz="1200" strike="noStrike" u="none">
              <a:solidFill>
                <a:srgbClr val="ffffff"/>
              </a:solidFill>
              <a:effectLst/>
              <a:uFillTx/>
              <a:latin typeface="Arial"/>
            </a:endParaRPr>
          </a:p>
        </p:txBody>
      </p:sp>
      <p:pic>
        <p:nvPicPr>
          <p:cNvPr id="88" name="" descr=""/>
          <p:cNvPicPr/>
          <p:nvPr/>
        </p:nvPicPr>
        <p:blipFill>
          <a:blip r:embed="rId1"/>
          <a:stretch/>
        </p:blipFill>
        <p:spPr>
          <a:xfrm>
            <a:off x="0" y="1800000"/>
            <a:ext cx="4318920" cy="3342960"/>
          </a:xfrm>
          <a:prstGeom prst="rect">
            <a:avLst/>
          </a:prstGeom>
          <a:noFill/>
          <a:ln w="0">
            <a:noFill/>
          </a:ln>
          <a:effectLst>
            <a:outerShdw dist="101823" dir="2700000" blurRad="380880" rotWithShape="0">
              <a:srgbClr val="000000">
                <a:alpha val="90000"/>
              </a:srgbClr>
            </a:outerShdw>
          </a:effectLst>
        </p:spPr>
      </p:pic>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9" name="PlaceHolder 1"/>
          <p:cNvSpPr>
            <a:spLocks noGrp="1"/>
          </p:cNvSpPr>
          <p:nvPr>
            <p:ph type="title"/>
          </p:nvPr>
        </p:nvSpPr>
        <p:spPr>
          <a:xfrm>
            <a:off x="713160" y="3585240"/>
            <a:ext cx="7717320" cy="1018440"/>
          </a:xfrm>
          <a:prstGeom prst="rect">
            <a:avLst/>
          </a:prstGeom>
          <a:noFill/>
          <a:ln w="0">
            <a:noFill/>
          </a:ln>
        </p:spPr>
        <p:txBody>
          <a:bodyPr lIns="91440" rIns="91440" tIns="91440" bIns="91440" anchor="t">
            <a:noAutofit/>
          </a:bodyPr>
          <a:p>
            <a:pPr indent="0" algn="r">
              <a:lnSpc>
                <a:spcPct val="100000"/>
              </a:lnSpc>
              <a:buNone/>
              <a:tabLst>
                <a:tab algn="l" pos="0"/>
              </a:tabLst>
            </a:pPr>
            <a:r>
              <a:rPr b="0" lang="en" sz="5000" strike="noStrike" u="none">
                <a:solidFill>
                  <a:schemeClr val="dk1"/>
                </a:solidFill>
                <a:effectLst/>
                <a:uFillTx/>
                <a:latin typeface="Syne SemiBold"/>
                <a:ea typeface="Syne SemiBold"/>
              </a:rPr>
              <a:t>Business plan</a:t>
            </a:r>
            <a:endParaRPr b="0" lang="es-ES" sz="5000" strike="noStrike" u="none">
              <a:solidFill>
                <a:srgbClr val="000000"/>
              </a:solidFill>
              <a:effectLst/>
              <a:uFillTx/>
              <a:latin typeface="Arial"/>
            </a:endParaRPr>
          </a:p>
        </p:txBody>
      </p:sp>
      <p:sp>
        <p:nvSpPr>
          <p:cNvPr id="90" name="PlaceHolder 2"/>
          <p:cNvSpPr>
            <a:spLocks noGrp="1"/>
          </p:cNvSpPr>
          <p:nvPr>
            <p:ph type="title"/>
          </p:nvPr>
        </p:nvSpPr>
        <p:spPr>
          <a:xfrm>
            <a:off x="713160" y="499680"/>
            <a:ext cx="1267200" cy="684360"/>
          </a:xfrm>
          <a:prstGeom prst="rect">
            <a:avLst/>
          </a:prstGeom>
          <a:noFill/>
          <a:ln w="0">
            <a:noFill/>
          </a:ln>
        </p:spPr>
        <p:txBody>
          <a:bodyPr lIns="91440" rIns="91440" tIns="91440" bIns="91440" anchor="b">
            <a:noAutofit/>
          </a:bodyPr>
          <a:p>
            <a:pPr indent="0">
              <a:lnSpc>
                <a:spcPct val="100000"/>
              </a:lnSpc>
              <a:buNone/>
              <a:tabLst>
                <a:tab algn="l" pos="0"/>
              </a:tabLst>
            </a:pPr>
            <a:r>
              <a:rPr b="0" lang="en" sz="4000" strike="noStrike" u="none">
                <a:solidFill>
                  <a:schemeClr val="dk1"/>
                </a:solidFill>
                <a:effectLst/>
                <a:uFillTx/>
                <a:latin typeface="Syne SemiBold"/>
                <a:ea typeface="Syne SemiBold"/>
              </a:rPr>
              <a:t>01</a:t>
            </a:r>
            <a:endParaRPr b="0" lang="es-ES" sz="4000" strike="noStrike" u="none">
              <a:solidFill>
                <a:srgbClr val="000000"/>
              </a:solidFill>
              <a:effectLst/>
              <a:uFillTx/>
              <a:latin typeface="Arial"/>
            </a:endParaRPr>
          </a:p>
        </p:txBody>
      </p:sp>
      <p:sp>
        <p:nvSpPr>
          <p:cNvPr id="91" name="Google Shape;166;p32"/>
          <p:cNvSpPr/>
          <p:nvPr/>
        </p:nvSpPr>
        <p:spPr>
          <a:xfrm>
            <a:off x="306360" y="4604040"/>
            <a:ext cx="1123920" cy="392040"/>
          </a:xfrm>
          <a:prstGeom prst="rect">
            <a:avLst/>
          </a:prstGeom>
          <a:noFill/>
          <a:ln w="0">
            <a:noFill/>
          </a:ln>
        </p:spPr>
        <p:style>
          <a:lnRef idx="0"/>
          <a:fillRef idx="0"/>
          <a:effectRef idx="0"/>
          <a:fontRef idx="minor"/>
        </p:style>
        <p:txBody>
          <a:bodyPr tIns="91440" bIns="91440" anchor="ctr">
            <a:noAutofit/>
          </a:bodyPr>
          <a:p>
            <a:pPr>
              <a:lnSpc>
                <a:spcPct val="100000"/>
              </a:lnSpc>
              <a:tabLst>
                <a:tab algn="l" pos="0"/>
              </a:tabLst>
            </a:pPr>
            <a:r>
              <a:rPr b="0" lang="en" sz="1000" strike="noStrike" u="none">
                <a:solidFill>
                  <a:schemeClr val="dk1"/>
                </a:solidFill>
                <a:effectLst/>
                <a:uFillTx/>
                <a:latin typeface="Syne"/>
                <a:ea typeface="Syne"/>
              </a:rPr>
              <a:t>Company name</a:t>
            </a:r>
            <a:endParaRPr b="0" lang="es-ES" sz="1000" strike="noStrike" u="none">
              <a:solidFill>
                <a:srgbClr val="ffffff"/>
              </a:solidFill>
              <a:effectLst/>
              <a:uFillTx/>
              <a:latin typeface="Arial"/>
            </a:endParaRPr>
          </a:p>
        </p:txBody>
      </p:sp>
      <p:cxnSp>
        <p:nvCxnSpPr>
          <p:cNvPr id="92" name="Google Shape;167;p32"/>
          <p:cNvCxnSpPr/>
          <p:nvPr/>
        </p:nvCxnSpPr>
        <p:spPr>
          <a:xfrm>
            <a:off x="1430640" y="4799880"/>
            <a:ext cx="8245800" cy="360"/>
          </a:xfrm>
          <a:prstGeom prst="straightConnector1">
            <a:avLst/>
          </a:prstGeom>
          <a:ln w="9525">
            <a:solidFill>
              <a:srgbClr val="ffffff"/>
            </a:solidFill>
            <a:round/>
          </a:ln>
        </p:spPr>
      </p:cxn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3" name="PlaceHolder 1"/>
          <p:cNvSpPr>
            <a:spLocks noGrp="1"/>
          </p:cNvSpPr>
          <p:nvPr>
            <p:ph type="title"/>
          </p:nvPr>
        </p:nvSpPr>
        <p:spPr>
          <a:xfrm>
            <a:off x="762840" y="794520"/>
            <a:ext cx="7618320" cy="698040"/>
          </a:xfrm>
          <a:prstGeom prst="rect">
            <a:avLst/>
          </a:prstGeom>
          <a:noFill/>
          <a:ln w="0">
            <a:noFill/>
          </a:ln>
        </p:spPr>
        <p:txBody>
          <a:bodyPr lIns="91440" rIns="91440" tIns="91440" bIns="91440" anchor="t">
            <a:noAutofit/>
          </a:bodyPr>
          <a:p>
            <a:pPr indent="0">
              <a:lnSpc>
                <a:spcPct val="100000"/>
              </a:lnSpc>
              <a:buNone/>
              <a:tabLst>
                <a:tab algn="l" pos="0"/>
              </a:tabLst>
            </a:pPr>
            <a:r>
              <a:rPr b="0" lang="en" sz="4000" strike="noStrike" u="none">
                <a:solidFill>
                  <a:schemeClr val="dk1"/>
                </a:solidFill>
                <a:effectLst/>
                <a:uFillTx/>
                <a:latin typeface="Syne SemiBold"/>
                <a:ea typeface="Syne SemiBold"/>
              </a:rPr>
              <a:t>Let’s have a look</a:t>
            </a:r>
            <a:endParaRPr b="0" lang="es-ES" sz="4000" strike="noStrike" u="none">
              <a:solidFill>
                <a:srgbClr val="000000"/>
              </a:solidFill>
              <a:effectLst/>
              <a:uFillTx/>
              <a:latin typeface="Arial"/>
            </a:endParaRPr>
          </a:p>
        </p:txBody>
      </p:sp>
      <p:sp>
        <p:nvSpPr>
          <p:cNvPr id="94" name="PlaceHolder 2"/>
          <p:cNvSpPr>
            <a:spLocks noGrp="1"/>
          </p:cNvSpPr>
          <p:nvPr>
            <p:ph/>
          </p:nvPr>
        </p:nvSpPr>
        <p:spPr>
          <a:xfrm>
            <a:off x="3184920" y="2398680"/>
            <a:ext cx="5195880" cy="1950120"/>
          </a:xfrm>
          <a:prstGeom prst="rect">
            <a:avLst/>
          </a:prstGeom>
          <a:noFill/>
          <a:ln w="0">
            <a:noFill/>
          </a:ln>
        </p:spPr>
        <p:txBody>
          <a:bodyPr lIns="91440" rIns="91440" tIns="91440" bIns="91440" anchor="t">
            <a:noAutofit/>
          </a:bodyPr>
          <a:p>
            <a:pPr indent="0">
              <a:lnSpc>
                <a:spcPct val="100000"/>
              </a:lnSpc>
              <a:buNone/>
              <a:tabLst>
                <a:tab algn="l" pos="0"/>
              </a:tabLst>
            </a:pPr>
            <a:r>
              <a:rPr b="0" lang="en" sz="1200" strike="noStrike" u="none">
                <a:solidFill>
                  <a:schemeClr val="dk1"/>
                </a:solidFill>
                <a:effectLst/>
                <a:uFillTx/>
                <a:latin typeface="Albert Sans"/>
                <a:ea typeface="Albert Sans"/>
              </a:rPr>
              <a:t>Mercury is the closest planet to the Sun and the smallest one in the entire Solar System. This planet’s name has nothing to do with the liquid metal, since Mercury was named after the Roman messenger god. Despite being closer to the Sun than Venus, its temperatures aren't as terribly hot as that planet’s. Its surface is quite similar to that of Earth’s Moon, which means there are a lot of craters and plains. Speaking of craters, many of them were named after artists or authors who made significant contributions to their respective fields. Mercury takes a little more than 58 days to complete its rotation, so try to imagine how long days must be there!</a:t>
            </a:r>
            <a:endParaRPr b="0" lang="es-ES" sz="12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 name="PlaceHolder 1"/>
          <p:cNvSpPr>
            <a:spLocks noGrp="1"/>
          </p:cNvSpPr>
          <p:nvPr>
            <p:ph type="subTitle"/>
          </p:nvPr>
        </p:nvSpPr>
        <p:spPr>
          <a:xfrm>
            <a:off x="4589280" y="1218960"/>
            <a:ext cx="3837960" cy="1228320"/>
          </a:xfrm>
          <a:prstGeom prst="rect">
            <a:avLst/>
          </a:prstGeom>
          <a:noFill/>
          <a:ln w="0">
            <a:noFill/>
          </a:ln>
        </p:spPr>
        <p:txBody>
          <a:bodyPr lIns="91440" rIns="91440" tIns="91440" bIns="91440" anchor="t">
            <a:noAutofit/>
          </a:bodyPr>
          <a:p>
            <a:pPr>
              <a:lnSpc>
                <a:spcPct val="100000"/>
              </a:lnSpc>
              <a:tabLst>
                <a:tab algn="l" pos="0"/>
              </a:tabLst>
            </a:pPr>
            <a:r>
              <a:rPr b="0" lang="en" sz="1200" strike="noStrike" u="none">
                <a:solidFill>
                  <a:schemeClr val="dk1"/>
                </a:solidFill>
                <a:effectLst/>
                <a:uFillTx/>
                <a:latin typeface="Albert Sans"/>
                <a:ea typeface="Albert Sans"/>
              </a:rPr>
              <a:t>Provide a brief history of your company, including when it was founded and its evolution over time. Then, describe your company's vision for the future and its long-term objectives</a:t>
            </a:r>
            <a:endParaRPr b="0" lang="es-ES" sz="1200" strike="noStrike" u="none">
              <a:solidFill>
                <a:srgbClr val="ffffff"/>
              </a:solidFill>
              <a:effectLst/>
              <a:uFillTx/>
              <a:latin typeface="Arial"/>
            </a:endParaRPr>
          </a:p>
        </p:txBody>
      </p:sp>
      <p:sp>
        <p:nvSpPr>
          <p:cNvPr id="96" name="PlaceHolder 2"/>
          <p:cNvSpPr>
            <a:spLocks noGrp="1"/>
          </p:cNvSpPr>
          <p:nvPr>
            <p:ph type="subTitle"/>
          </p:nvPr>
        </p:nvSpPr>
        <p:spPr>
          <a:xfrm>
            <a:off x="4592880" y="2695680"/>
            <a:ext cx="3837960" cy="572400"/>
          </a:xfrm>
          <a:prstGeom prst="rect">
            <a:avLst/>
          </a:prstGeom>
          <a:noFill/>
          <a:ln w="0">
            <a:noFill/>
          </a:ln>
        </p:spPr>
        <p:txBody>
          <a:bodyPr lIns="91440" rIns="91440" tIns="91440" bIns="91440" anchor="b">
            <a:noAutofit/>
          </a:bodyPr>
          <a:p>
            <a:pPr>
              <a:lnSpc>
                <a:spcPct val="100000"/>
              </a:lnSpc>
              <a:tabLst>
                <a:tab algn="l" pos="0"/>
              </a:tabLst>
            </a:pPr>
            <a:r>
              <a:rPr b="0" lang="en" sz="1600" strike="noStrike" u="none">
                <a:solidFill>
                  <a:schemeClr val="dk1"/>
                </a:solidFill>
                <a:effectLst/>
                <a:uFillTx/>
                <a:latin typeface="Syne Medium"/>
                <a:ea typeface="Syne Medium"/>
              </a:rPr>
              <a:t>Our management team leads with experience</a:t>
            </a:r>
            <a:endParaRPr b="0" lang="es-ES" sz="1600" strike="noStrike" u="none">
              <a:solidFill>
                <a:srgbClr val="ffffff"/>
              </a:solidFill>
              <a:effectLst/>
              <a:uFillTx/>
              <a:latin typeface="Arial"/>
            </a:endParaRPr>
          </a:p>
        </p:txBody>
      </p:sp>
      <p:sp>
        <p:nvSpPr>
          <p:cNvPr id="97" name="PlaceHolder 3"/>
          <p:cNvSpPr>
            <a:spLocks noGrp="1"/>
          </p:cNvSpPr>
          <p:nvPr>
            <p:ph type="title"/>
          </p:nvPr>
        </p:nvSpPr>
        <p:spPr>
          <a:xfrm>
            <a:off x="720000" y="3644280"/>
            <a:ext cx="2954880" cy="959400"/>
          </a:xfrm>
          <a:prstGeom prst="rect">
            <a:avLst/>
          </a:prstGeom>
          <a:noFill/>
          <a:ln w="0">
            <a:noFill/>
          </a:ln>
        </p:spPr>
        <p:txBody>
          <a:bodyPr lIns="91440" rIns="91440" tIns="91440" bIns="91440" anchor="t">
            <a:noAutofit/>
          </a:bodyPr>
          <a:p>
            <a:pPr indent="0">
              <a:lnSpc>
                <a:spcPct val="100000"/>
              </a:lnSpc>
              <a:buNone/>
              <a:tabLst>
                <a:tab algn="l" pos="0"/>
              </a:tabLst>
            </a:pPr>
            <a:r>
              <a:rPr b="0" lang="en" sz="2600" strike="noStrike" u="none">
                <a:solidFill>
                  <a:schemeClr val="dk1"/>
                </a:solidFill>
                <a:effectLst/>
                <a:uFillTx/>
                <a:latin typeface="Syne SemiBold"/>
                <a:ea typeface="Syne SemiBold"/>
              </a:rPr>
              <a:t>Company description</a:t>
            </a:r>
            <a:endParaRPr b="0" lang="es-ES" sz="2600" strike="noStrike" u="none">
              <a:solidFill>
                <a:srgbClr val="000000"/>
              </a:solidFill>
              <a:effectLst/>
              <a:uFillTx/>
              <a:latin typeface="Arial"/>
            </a:endParaRPr>
          </a:p>
        </p:txBody>
      </p:sp>
      <p:sp>
        <p:nvSpPr>
          <p:cNvPr id="98" name="PlaceHolder 4"/>
          <p:cNvSpPr>
            <a:spLocks noGrp="1"/>
          </p:cNvSpPr>
          <p:nvPr>
            <p:ph type="subTitle"/>
          </p:nvPr>
        </p:nvSpPr>
        <p:spPr>
          <a:xfrm>
            <a:off x="4592880" y="3268440"/>
            <a:ext cx="3837960" cy="1228320"/>
          </a:xfrm>
          <a:prstGeom prst="rect">
            <a:avLst/>
          </a:prstGeom>
          <a:noFill/>
          <a:ln w="0">
            <a:noFill/>
          </a:ln>
        </p:spPr>
        <p:txBody>
          <a:bodyPr lIns="91440" rIns="91440" tIns="91440" bIns="91440" anchor="t">
            <a:noAutofit/>
          </a:bodyPr>
          <a:p>
            <a:pPr indent="0">
              <a:lnSpc>
                <a:spcPct val="100000"/>
              </a:lnSpc>
              <a:buNone/>
              <a:tabLst>
                <a:tab algn="l" pos="0"/>
              </a:tabLst>
            </a:pPr>
            <a:r>
              <a:rPr b="0" lang="en" sz="1200" strike="noStrike" u="none">
                <a:solidFill>
                  <a:schemeClr val="dk1"/>
                </a:solidFill>
                <a:effectLst/>
                <a:uFillTx/>
                <a:latin typeface="Albert Sans"/>
                <a:ea typeface="Albert Sans"/>
              </a:rPr>
              <a:t>Describe the key members of your team, their roles and responsibilities, and their relevant industry experience. Highlight any unique skills or qualifications that set your team apart from competitors to establish credibility with potential investors or partners</a:t>
            </a:r>
            <a:endParaRPr b="0" lang="es-ES" sz="1200" strike="noStrike" u="none">
              <a:solidFill>
                <a:srgbClr val="ffffff"/>
              </a:solidFill>
              <a:effectLst/>
              <a:uFillTx/>
              <a:latin typeface="Arial"/>
            </a:endParaRPr>
          </a:p>
        </p:txBody>
      </p:sp>
      <p:sp>
        <p:nvSpPr>
          <p:cNvPr id="99" name="PlaceHolder 5"/>
          <p:cNvSpPr>
            <a:spLocks noGrp="1"/>
          </p:cNvSpPr>
          <p:nvPr>
            <p:ph type="subTitle"/>
          </p:nvPr>
        </p:nvSpPr>
        <p:spPr>
          <a:xfrm>
            <a:off x="4589280" y="646560"/>
            <a:ext cx="3837960" cy="572400"/>
          </a:xfrm>
          <a:prstGeom prst="rect">
            <a:avLst/>
          </a:prstGeom>
          <a:noFill/>
          <a:ln w="0">
            <a:noFill/>
          </a:ln>
        </p:spPr>
        <p:txBody>
          <a:bodyPr lIns="91440" rIns="91440" tIns="91440" bIns="91440" anchor="b">
            <a:noAutofit/>
          </a:bodyPr>
          <a:p>
            <a:pPr indent="0">
              <a:lnSpc>
                <a:spcPct val="100000"/>
              </a:lnSpc>
              <a:buNone/>
              <a:tabLst>
                <a:tab algn="l" pos="0"/>
              </a:tabLst>
            </a:pPr>
            <a:r>
              <a:rPr b="0" lang="en" sz="1600" strike="noStrike" u="none">
                <a:solidFill>
                  <a:schemeClr val="dk1"/>
                </a:solidFill>
                <a:effectLst/>
                <a:uFillTx/>
                <a:latin typeface="Syne Medium"/>
                <a:ea typeface="Syne Medium"/>
              </a:rPr>
              <a:t>From where we started to where we’re going</a:t>
            </a:r>
            <a:endParaRPr b="0" lang="es-ES" sz="16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 name="PlaceHolder 1"/>
          <p:cNvSpPr>
            <a:spLocks noGrp="1"/>
          </p:cNvSpPr>
          <p:nvPr>
            <p:ph type="title"/>
          </p:nvPr>
        </p:nvSpPr>
        <p:spPr>
          <a:xfrm>
            <a:off x="720000" y="444960"/>
            <a:ext cx="7703640" cy="572400"/>
          </a:xfrm>
          <a:prstGeom prst="rect">
            <a:avLst/>
          </a:prstGeom>
          <a:noFill/>
          <a:ln w="0">
            <a:noFill/>
          </a:ln>
        </p:spPr>
        <p:txBody>
          <a:bodyPr lIns="91440" rIns="91440" tIns="91440" bIns="91440" anchor="t">
            <a:noAutofit/>
          </a:bodyPr>
          <a:p>
            <a:pPr indent="0">
              <a:lnSpc>
                <a:spcPct val="100000"/>
              </a:lnSpc>
              <a:buNone/>
              <a:tabLst>
                <a:tab algn="l" pos="0"/>
              </a:tabLst>
            </a:pPr>
            <a:r>
              <a:rPr b="1" lang="en" sz="2600" strike="noStrike" u="none">
                <a:solidFill>
                  <a:schemeClr val="dk1"/>
                </a:solidFill>
                <a:effectLst/>
                <a:uFillTx/>
                <a:latin typeface="Syne"/>
                <a:ea typeface="Syne"/>
              </a:rPr>
              <a:t>Market analysis</a:t>
            </a:r>
            <a:endParaRPr b="0" lang="es-ES" sz="2600" strike="noStrike" u="none">
              <a:solidFill>
                <a:srgbClr val="000000"/>
              </a:solidFill>
              <a:effectLst/>
              <a:uFillTx/>
              <a:latin typeface="Arial"/>
            </a:endParaRPr>
          </a:p>
        </p:txBody>
      </p:sp>
      <p:sp>
        <p:nvSpPr>
          <p:cNvPr id="101" name="PlaceHolder 2"/>
          <p:cNvSpPr>
            <a:spLocks noGrp="1"/>
          </p:cNvSpPr>
          <p:nvPr>
            <p:ph type="subTitle"/>
          </p:nvPr>
        </p:nvSpPr>
        <p:spPr>
          <a:xfrm>
            <a:off x="719640" y="2708640"/>
            <a:ext cx="3286440" cy="801000"/>
          </a:xfrm>
          <a:prstGeom prst="rect">
            <a:avLst/>
          </a:prstGeom>
          <a:noFill/>
          <a:ln w="0">
            <a:noFill/>
          </a:ln>
        </p:spPr>
        <p:txBody>
          <a:bodyPr lIns="91440" rIns="91440" tIns="91440" bIns="91440" anchor="b">
            <a:noAutofit/>
          </a:bodyPr>
          <a:p>
            <a:pPr indent="0">
              <a:lnSpc>
                <a:spcPct val="100000"/>
              </a:lnSpc>
              <a:buNone/>
              <a:tabLst>
                <a:tab algn="l" pos="0"/>
              </a:tabLst>
            </a:pPr>
            <a:r>
              <a:rPr b="0" lang="en" sz="1600" strike="noStrike" u="none">
                <a:solidFill>
                  <a:schemeClr val="dk1"/>
                </a:solidFill>
                <a:effectLst/>
                <a:uFillTx/>
                <a:latin typeface="Syne SemiBold"/>
                <a:ea typeface="Syne SemiBold"/>
              </a:rPr>
              <a:t>Key trends shaping the industry</a:t>
            </a:r>
            <a:endParaRPr b="0" lang="es-ES" sz="1600" strike="noStrike" u="none">
              <a:solidFill>
                <a:srgbClr val="ffffff"/>
              </a:solidFill>
              <a:effectLst/>
              <a:uFillTx/>
              <a:latin typeface="Arial"/>
            </a:endParaRPr>
          </a:p>
        </p:txBody>
      </p:sp>
      <p:sp>
        <p:nvSpPr>
          <p:cNvPr id="102" name="PlaceHolder 3"/>
          <p:cNvSpPr>
            <a:spLocks noGrp="1"/>
          </p:cNvSpPr>
          <p:nvPr>
            <p:ph type="subTitle"/>
          </p:nvPr>
        </p:nvSpPr>
        <p:spPr>
          <a:xfrm>
            <a:off x="5137200" y="2697840"/>
            <a:ext cx="3286440" cy="801000"/>
          </a:xfrm>
          <a:prstGeom prst="rect">
            <a:avLst/>
          </a:prstGeom>
          <a:noFill/>
          <a:ln w="0">
            <a:noFill/>
          </a:ln>
        </p:spPr>
        <p:txBody>
          <a:bodyPr lIns="91440" rIns="91440" tIns="91440" bIns="91440" anchor="b">
            <a:noAutofit/>
          </a:bodyPr>
          <a:p>
            <a:pPr indent="0">
              <a:lnSpc>
                <a:spcPct val="100000"/>
              </a:lnSpc>
              <a:buNone/>
              <a:tabLst>
                <a:tab algn="l" pos="0"/>
              </a:tabLst>
            </a:pPr>
            <a:r>
              <a:rPr b="0" lang="en" sz="1600" strike="noStrike" u="none">
                <a:solidFill>
                  <a:schemeClr val="dk1"/>
                </a:solidFill>
                <a:effectLst/>
                <a:uFillTx/>
                <a:latin typeface="Syne SemiBold"/>
                <a:ea typeface="Syne SemiBold"/>
              </a:rPr>
              <a:t>Who we’re targeting and why it matters</a:t>
            </a:r>
            <a:endParaRPr b="0" lang="es-ES" sz="1600" strike="noStrike" u="none">
              <a:solidFill>
                <a:srgbClr val="ffffff"/>
              </a:solidFill>
              <a:effectLst/>
              <a:uFillTx/>
              <a:latin typeface="Arial"/>
            </a:endParaRPr>
          </a:p>
        </p:txBody>
      </p:sp>
      <p:sp>
        <p:nvSpPr>
          <p:cNvPr id="103" name="PlaceHolder 4"/>
          <p:cNvSpPr>
            <a:spLocks noGrp="1"/>
          </p:cNvSpPr>
          <p:nvPr>
            <p:ph type="subTitle"/>
          </p:nvPr>
        </p:nvSpPr>
        <p:spPr>
          <a:xfrm>
            <a:off x="719640" y="3510000"/>
            <a:ext cx="3286440" cy="1093680"/>
          </a:xfrm>
          <a:prstGeom prst="rect">
            <a:avLst/>
          </a:prstGeom>
          <a:noFill/>
          <a:ln w="0">
            <a:noFill/>
          </a:ln>
        </p:spPr>
        <p:txBody>
          <a:bodyPr lIns="91440" rIns="91440" tIns="91440" bIns="91440" anchor="t">
            <a:noAutofit/>
          </a:bodyPr>
          <a:p>
            <a:pPr indent="0">
              <a:lnSpc>
                <a:spcPct val="100000"/>
              </a:lnSpc>
              <a:buNone/>
              <a:tabLst>
                <a:tab algn="l" pos="0"/>
              </a:tabLst>
            </a:pPr>
            <a:r>
              <a:rPr b="0" lang="en" sz="1200" strike="noStrike" u="none">
                <a:solidFill>
                  <a:schemeClr val="dk1"/>
                </a:solidFill>
                <a:effectLst/>
                <a:uFillTx/>
                <a:latin typeface="Albert Sans"/>
                <a:ea typeface="Albert Sans"/>
              </a:rPr>
              <a:t>Provide a brief overview of your industry, including its size and growth trends. Identify key players in the market and any regulatory or technological changes that could impact your business or company</a:t>
            </a:r>
            <a:endParaRPr b="0" lang="es-ES" sz="1200" strike="noStrike" u="none">
              <a:solidFill>
                <a:srgbClr val="ffffff"/>
              </a:solidFill>
              <a:effectLst/>
              <a:uFillTx/>
              <a:latin typeface="Arial"/>
            </a:endParaRPr>
          </a:p>
        </p:txBody>
      </p:sp>
      <p:sp>
        <p:nvSpPr>
          <p:cNvPr id="104" name="PlaceHolder 5"/>
          <p:cNvSpPr>
            <a:spLocks noGrp="1"/>
          </p:cNvSpPr>
          <p:nvPr>
            <p:ph type="subTitle"/>
          </p:nvPr>
        </p:nvSpPr>
        <p:spPr>
          <a:xfrm>
            <a:off x="5137200" y="3499200"/>
            <a:ext cx="3286440" cy="993240"/>
          </a:xfrm>
          <a:prstGeom prst="rect">
            <a:avLst/>
          </a:prstGeom>
          <a:noFill/>
          <a:ln w="0">
            <a:noFill/>
          </a:ln>
        </p:spPr>
        <p:txBody>
          <a:bodyPr lIns="91440" rIns="91440" tIns="91440" bIns="91440" anchor="t">
            <a:noAutofit/>
          </a:bodyPr>
          <a:p>
            <a:pPr indent="0">
              <a:lnSpc>
                <a:spcPct val="100000"/>
              </a:lnSpc>
              <a:buNone/>
              <a:tabLst>
                <a:tab algn="l" pos="0"/>
              </a:tabLst>
            </a:pPr>
            <a:r>
              <a:rPr b="0" lang="en" sz="1200" strike="noStrike" u="none">
                <a:solidFill>
                  <a:schemeClr val="dk1"/>
                </a:solidFill>
                <a:effectLst/>
                <a:uFillTx/>
                <a:latin typeface="Albert Sans"/>
                <a:ea typeface="Albert Sans"/>
              </a:rPr>
              <a:t>Describe your target customer segment(s) in detail, including demographics and psychographics, and explain why they represent an opportunity for your product or service</a:t>
            </a:r>
            <a:endParaRPr b="0" lang="es-ES" sz="1200" strike="noStrike" u="none">
              <a:solidFill>
                <a:srgbClr val="ffffff"/>
              </a:solidFill>
              <a:effectLst/>
              <a:uFillTx/>
              <a:latin typeface="Arial"/>
            </a:endParaRPr>
          </a:p>
        </p:txBody>
      </p:sp>
      <p:sp>
        <p:nvSpPr>
          <p:cNvPr id="105" name="PlaceHolder 6"/>
          <p:cNvSpPr>
            <a:spLocks noGrp="1"/>
          </p:cNvSpPr>
          <p:nvPr>
            <p:ph type="subTitle"/>
          </p:nvPr>
        </p:nvSpPr>
        <p:spPr>
          <a:xfrm>
            <a:off x="5137200" y="1451880"/>
            <a:ext cx="3286440" cy="993240"/>
          </a:xfrm>
          <a:prstGeom prst="rect">
            <a:avLst/>
          </a:prstGeom>
          <a:noFill/>
          <a:ln w="0">
            <a:noFill/>
          </a:ln>
        </p:spPr>
        <p:txBody>
          <a:bodyPr lIns="91440" rIns="91440" tIns="91440" bIns="91440" anchor="t">
            <a:noAutofit/>
          </a:bodyPr>
          <a:p>
            <a:pPr indent="0">
              <a:lnSpc>
                <a:spcPct val="100000"/>
              </a:lnSpc>
              <a:buNone/>
              <a:tabLst>
                <a:tab algn="l" pos="0"/>
              </a:tabLst>
            </a:pPr>
            <a:r>
              <a:rPr b="0" lang="en" sz="1200" strike="noStrike" u="none">
                <a:solidFill>
                  <a:schemeClr val="dk1"/>
                </a:solidFill>
                <a:effectLst/>
                <a:uFillTx/>
                <a:latin typeface="Albert Sans"/>
                <a:ea typeface="Albert Sans"/>
              </a:rPr>
              <a:t>Analyze the competitive landscape for your industry, identify key competitors and their strengths and weaknesses. Then, you can explain how you plan to differentiate yourself and your business from them</a:t>
            </a:r>
            <a:endParaRPr b="0" lang="es-ES" sz="1200" strike="noStrike" u="none">
              <a:solidFill>
                <a:srgbClr val="ffffff"/>
              </a:solidFill>
              <a:effectLst/>
              <a:uFillTx/>
              <a:latin typeface="Arial"/>
            </a:endParaRPr>
          </a:p>
        </p:txBody>
      </p:sp>
      <p:sp>
        <p:nvSpPr>
          <p:cNvPr id="106" name="PlaceHolder 7"/>
          <p:cNvSpPr>
            <a:spLocks noGrp="1"/>
          </p:cNvSpPr>
          <p:nvPr>
            <p:ph type="subTitle"/>
          </p:nvPr>
        </p:nvSpPr>
        <p:spPr>
          <a:xfrm>
            <a:off x="5137200" y="650520"/>
            <a:ext cx="3286440" cy="801000"/>
          </a:xfrm>
          <a:prstGeom prst="rect">
            <a:avLst/>
          </a:prstGeom>
          <a:noFill/>
          <a:ln w="0">
            <a:noFill/>
          </a:ln>
        </p:spPr>
        <p:txBody>
          <a:bodyPr lIns="91440" rIns="91440" tIns="91440" bIns="91440" anchor="b">
            <a:noAutofit/>
          </a:bodyPr>
          <a:p>
            <a:pPr indent="0">
              <a:lnSpc>
                <a:spcPct val="100000"/>
              </a:lnSpc>
              <a:buNone/>
              <a:tabLst>
                <a:tab algn="l" pos="0"/>
              </a:tabLst>
            </a:pPr>
            <a:r>
              <a:rPr b="0" lang="en" sz="1600" strike="noStrike" u="none">
                <a:solidFill>
                  <a:schemeClr val="dk1"/>
                </a:solidFill>
                <a:effectLst/>
                <a:uFillTx/>
                <a:latin typeface="Syne SemiBold"/>
                <a:ea typeface="Syne SemiBold"/>
              </a:rPr>
              <a:t>How we stand out in a competitive market</a:t>
            </a:r>
            <a:endParaRPr b="0" lang="es-ES" sz="16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7" name="PlaceHolder 1"/>
          <p:cNvSpPr>
            <a:spLocks noGrp="1"/>
          </p:cNvSpPr>
          <p:nvPr>
            <p:ph type="title"/>
          </p:nvPr>
        </p:nvSpPr>
        <p:spPr>
          <a:xfrm>
            <a:off x="720000" y="444960"/>
            <a:ext cx="7703640" cy="572400"/>
          </a:xfrm>
          <a:prstGeom prst="rect">
            <a:avLst/>
          </a:prstGeom>
          <a:noFill/>
          <a:ln w="0">
            <a:noFill/>
          </a:ln>
        </p:spPr>
        <p:txBody>
          <a:bodyPr lIns="91440" rIns="91440" tIns="91440" bIns="91440" anchor="t">
            <a:noAutofit/>
          </a:bodyPr>
          <a:p>
            <a:pPr indent="0">
              <a:lnSpc>
                <a:spcPct val="100000"/>
              </a:lnSpc>
              <a:buNone/>
              <a:tabLst>
                <a:tab algn="l" pos="0"/>
              </a:tabLst>
            </a:pPr>
            <a:r>
              <a:rPr b="1" lang="en" sz="2600" strike="noStrike" u="none">
                <a:solidFill>
                  <a:schemeClr val="dk1"/>
                </a:solidFill>
                <a:effectLst/>
                <a:uFillTx/>
                <a:latin typeface="Syne"/>
                <a:ea typeface="Syne"/>
              </a:rPr>
              <a:t>Marketing &amp; sales strategy</a:t>
            </a:r>
            <a:endParaRPr b="0" lang="es-ES" sz="2600" strike="noStrike" u="none">
              <a:solidFill>
                <a:srgbClr val="000000"/>
              </a:solidFill>
              <a:effectLst/>
              <a:uFillTx/>
              <a:latin typeface="Arial"/>
            </a:endParaRPr>
          </a:p>
        </p:txBody>
      </p:sp>
      <p:sp>
        <p:nvSpPr>
          <p:cNvPr id="108" name="PlaceHolder 2"/>
          <p:cNvSpPr>
            <a:spLocks noGrp="1"/>
          </p:cNvSpPr>
          <p:nvPr>
            <p:ph type="subTitle"/>
          </p:nvPr>
        </p:nvSpPr>
        <p:spPr>
          <a:xfrm>
            <a:off x="715320" y="1710000"/>
            <a:ext cx="2392560" cy="1104840"/>
          </a:xfrm>
          <a:prstGeom prst="rect">
            <a:avLst/>
          </a:prstGeom>
          <a:noFill/>
          <a:ln w="0">
            <a:noFill/>
          </a:ln>
        </p:spPr>
        <p:txBody>
          <a:bodyPr lIns="91440" rIns="91440" tIns="91440" bIns="91440" anchor="t">
            <a:noAutofit/>
          </a:bodyPr>
          <a:p>
            <a:pPr indent="0">
              <a:lnSpc>
                <a:spcPct val="100000"/>
              </a:lnSpc>
              <a:buNone/>
              <a:tabLst>
                <a:tab algn="l" pos="0"/>
              </a:tabLst>
            </a:pPr>
            <a:r>
              <a:rPr b="0" lang="en" sz="1200" strike="noStrike" u="none">
                <a:solidFill>
                  <a:schemeClr val="dk1"/>
                </a:solidFill>
                <a:effectLst/>
                <a:uFillTx/>
                <a:latin typeface="Albert Sans"/>
                <a:ea typeface="Albert Sans"/>
              </a:rPr>
              <a:t>Identify your target audience, including demographics, psychographics, and</a:t>
            </a:r>
            <a:endParaRPr b="0" lang="es-ES" sz="1200" strike="noStrike" u="none">
              <a:solidFill>
                <a:srgbClr val="ffffff"/>
              </a:solidFill>
              <a:effectLst/>
              <a:uFillTx/>
              <a:latin typeface="Arial"/>
            </a:endParaRPr>
          </a:p>
          <a:p>
            <a:pPr indent="0">
              <a:lnSpc>
                <a:spcPct val="100000"/>
              </a:lnSpc>
              <a:buNone/>
              <a:tabLst>
                <a:tab algn="l" pos="0"/>
              </a:tabLst>
            </a:pPr>
            <a:r>
              <a:rPr b="0" lang="en" sz="1200" strike="noStrike" u="none">
                <a:solidFill>
                  <a:schemeClr val="dk1"/>
                </a:solidFill>
                <a:effectLst/>
                <a:uFillTx/>
                <a:latin typeface="Albert Sans"/>
                <a:ea typeface="Albert Sans"/>
              </a:rPr>
              <a:t>buyer personas</a:t>
            </a:r>
            <a:endParaRPr b="0" lang="es-ES" sz="1200" strike="noStrike" u="none">
              <a:solidFill>
                <a:srgbClr val="ffffff"/>
              </a:solidFill>
              <a:effectLst/>
              <a:uFillTx/>
              <a:latin typeface="Arial"/>
            </a:endParaRPr>
          </a:p>
        </p:txBody>
      </p:sp>
      <p:sp>
        <p:nvSpPr>
          <p:cNvPr id="109" name="PlaceHolder 3"/>
          <p:cNvSpPr>
            <a:spLocks noGrp="1"/>
          </p:cNvSpPr>
          <p:nvPr>
            <p:ph type="subTitle"/>
          </p:nvPr>
        </p:nvSpPr>
        <p:spPr>
          <a:xfrm>
            <a:off x="3376800" y="1710000"/>
            <a:ext cx="2392560" cy="1104840"/>
          </a:xfrm>
          <a:prstGeom prst="rect">
            <a:avLst/>
          </a:prstGeom>
          <a:noFill/>
          <a:ln w="0">
            <a:noFill/>
          </a:ln>
        </p:spPr>
        <p:txBody>
          <a:bodyPr lIns="91440" rIns="91440" tIns="91440" bIns="91440" anchor="t">
            <a:noAutofit/>
          </a:bodyPr>
          <a:p>
            <a:pPr indent="0">
              <a:lnSpc>
                <a:spcPct val="100000"/>
              </a:lnSpc>
              <a:buNone/>
              <a:tabLst>
                <a:tab algn="l" pos="0"/>
              </a:tabLst>
            </a:pPr>
            <a:r>
              <a:rPr b="0" lang="en" sz="1200" strike="noStrike" u="none">
                <a:solidFill>
                  <a:schemeClr val="dk1"/>
                </a:solidFill>
                <a:effectLst/>
                <a:uFillTx/>
                <a:latin typeface="Albert Sans"/>
                <a:ea typeface="Albert Sans"/>
              </a:rPr>
              <a:t>Clearly communicate the unique value that your product or service provides to customers compared</a:t>
            </a:r>
            <a:endParaRPr b="0" lang="es-ES" sz="1200" strike="noStrike" u="none">
              <a:solidFill>
                <a:srgbClr val="ffffff"/>
              </a:solidFill>
              <a:effectLst/>
              <a:uFillTx/>
              <a:latin typeface="Arial"/>
            </a:endParaRPr>
          </a:p>
          <a:p>
            <a:pPr indent="0">
              <a:lnSpc>
                <a:spcPct val="100000"/>
              </a:lnSpc>
              <a:buNone/>
              <a:tabLst>
                <a:tab algn="l" pos="0"/>
              </a:tabLst>
            </a:pPr>
            <a:r>
              <a:rPr b="0" lang="en" sz="1200" strike="noStrike" u="none">
                <a:solidFill>
                  <a:schemeClr val="dk1"/>
                </a:solidFill>
                <a:effectLst/>
                <a:uFillTx/>
                <a:latin typeface="Albert Sans"/>
                <a:ea typeface="Albert Sans"/>
              </a:rPr>
              <a:t>to competitors</a:t>
            </a:r>
            <a:endParaRPr b="0" lang="es-ES" sz="1200" strike="noStrike" u="none">
              <a:solidFill>
                <a:srgbClr val="ffffff"/>
              </a:solidFill>
              <a:effectLst/>
              <a:uFillTx/>
              <a:latin typeface="Arial"/>
            </a:endParaRPr>
          </a:p>
        </p:txBody>
      </p:sp>
      <p:sp>
        <p:nvSpPr>
          <p:cNvPr id="110" name="PlaceHolder 4"/>
          <p:cNvSpPr>
            <a:spLocks noGrp="1"/>
          </p:cNvSpPr>
          <p:nvPr>
            <p:ph type="subTitle"/>
          </p:nvPr>
        </p:nvSpPr>
        <p:spPr>
          <a:xfrm>
            <a:off x="715320" y="3498840"/>
            <a:ext cx="2392560" cy="1104840"/>
          </a:xfrm>
          <a:prstGeom prst="rect">
            <a:avLst/>
          </a:prstGeom>
          <a:noFill/>
          <a:ln w="0">
            <a:noFill/>
          </a:ln>
        </p:spPr>
        <p:txBody>
          <a:bodyPr lIns="91440" rIns="91440" tIns="91440" bIns="91440" anchor="t">
            <a:noAutofit/>
          </a:bodyPr>
          <a:p>
            <a:pPr indent="0">
              <a:lnSpc>
                <a:spcPct val="100000"/>
              </a:lnSpc>
              <a:buNone/>
              <a:tabLst>
                <a:tab algn="l" pos="0"/>
              </a:tabLst>
            </a:pPr>
            <a:r>
              <a:rPr b="0" lang="en" sz="1200" strike="noStrike" u="none">
                <a:solidFill>
                  <a:schemeClr val="dk1"/>
                </a:solidFill>
                <a:effectLst/>
                <a:uFillTx/>
                <a:latin typeface="Albert Sans"/>
                <a:ea typeface="Albert Sans"/>
              </a:rPr>
              <a:t>Describe how you plan to convert leads into customers through your sales process</a:t>
            </a:r>
            <a:endParaRPr b="0" lang="es-ES" sz="1200" strike="noStrike" u="none">
              <a:solidFill>
                <a:srgbClr val="ffffff"/>
              </a:solidFill>
              <a:effectLst/>
              <a:uFillTx/>
              <a:latin typeface="Arial"/>
            </a:endParaRPr>
          </a:p>
        </p:txBody>
      </p:sp>
      <p:sp>
        <p:nvSpPr>
          <p:cNvPr id="111" name="PlaceHolder 5"/>
          <p:cNvSpPr>
            <a:spLocks noGrp="1"/>
          </p:cNvSpPr>
          <p:nvPr>
            <p:ph type="subTitle"/>
          </p:nvPr>
        </p:nvSpPr>
        <p:spPr>
          <a:xfrm>
            <a:off x="3376800" y="3498840"/>
            <a:ext cx="2392560" cy="1104840"/>
          </a:xfrm>
          <a:prstGeom prst="rect">
            <a:avLst/>
          </a:prstGeom>
          <a:noFill/>
          <a:ln w="0">
            <a:noFill/>
          </a:ln>
        </p:spPr>
        <p:txBody>
          <a:bodyPr lIns="91440" rIns="91440" tIns="91440" bIns="91440" anchor="t">
            <a:noAutofit/>
          </a:bodyPr>
          <a:p>
            <a:pPr indent="0">
              <a:lnSpc>
                <a:spcPct val="100000"/>
              </a:lnSpc>
              <a:buNone/>
              <a:tabLst>
                <a:tab algn="l" pos="0"/>
              </a:tabLst>
            </a:pPr>
            <a:r>
              <a:rPr b="0" lang="en" sz="1200" strike="noStrike" u="none">
                <a:solidFill>
                  <a:schemeClr val="dk1"/>
                </a:solidFill>
                <a:effectLst/>
                <a:uFillTx/>
                <a:latin typeface="Albert Sans"/>
                <a:ea typeface="Albert Sans"/>
              </a:rPr>
              <a:t>Analyze the strengths and weaknesses of your competitors in terms of their products/services, pricing strategy…</a:t>
            </a:r>
            <a:endParaRPr b="0" lang="es-ES" sz="1200" strike="noStrike" u="none">
              <a:solidFill>
                <a:srgbClr val="ffffff"/>
              </a:solidFill>
              <a:effectLst/>
              <a:uFillTx/>
              <a:latin typeface="Arial"/>
            </a:endParaRPr>
          </a:p>
        </p:txBody>
      </p:sp>
      <p:sp>
        <p:nvSpPr>
          <p:cNvPr id="112" name="PlaceHolder 6"/>
          <p:cNvSpPr>
            <a:spLocks noGrp="1"/>
          </p:cNvSpPr>
          <p:nvPr>
            <p:ph type="subTitle"/>
          </p:nvPr>
        </p:nvSpPr>
        <p:spPr>
          <a:xfrm>
            <a:off x="720000" y="1017720"/>
            <a:ext cx="2392560" cy="695520"/>
          </a:xfrm>
          <a:prstGeom prst="rect">
            <a:avLst/>
          </a:prstGeom>
          <a:noFill/>
          <a:ln w="0">
            <a:noFill/>
          </a:ln>
        </p:spPr>
        <p:txBody>
          <a:bodyPr lIns="91440" rIns="91440" tIns="91440" bIns="91440" anchor="b">
            <a:noAutofit/>
          </a:bodyPr>
          <a:p>
            <a:pPr indent="0">
              <a:lnSpc>
                <a:spcPct val="100000"/>
              </a:lnSpc>
              <a:buNone/>
              <a:tabLst>
                <a:tab algn="l" pos="0"/>
              </a:tabLst>
            </a:pPr>
            <a:r>
              <a:rPr b="0" lang="en" sz="1600" strike="noStrike" u="none">
                <a:solidFill>
                  <a:schemeClr val="dk1"/>
                </a:solidFill>
                <a:effectLst/>
                <a:uFillTx/>
                <a:latin typeface="Syne SemiBold"/>
                <a:ea typeface="Syne SemiBold"/>
              </a:rPr>
              <a:t>Who we’re targeting and why</a:t>
            </a:r>
            <a:endParaRPr b="0" lang="es-ES" sz="1600" strike="noStrike" u="none">
              <a:solidFill>
                <a:srgbClr val="ffffff"/>
              </a:solidFill>
              <a:effectLst/>
              <a:uFillTx/>
              <a:latin typeface="Arial"/>
            </a:endParaRPr>
          </a:p>
        </p:txBody>
      </p:sp>
      <p:sp>
        <p:nvSpPr>
          <p:cNvPr id="113" name="PlaceHolder 7"/>
          <p:cNvSpPr>
            <a:spLocks noGrp="1"/>
          </p:cNvSpPr>
          <p:nvPr>
            <p:ph type="subTitle"/>
          </p:nvPr>
        </p:nvSpPr>
        <p:spPr>
          <a:xfrm>
            <a:off x="3381480" y="1017720"/>
            <a:ext cx="2392560" cy="695520"/>
          </a:xfrm>
          <a:prstGeom prst="rect">
            <a:avLst/>
          </a:prstGeom>
          <a:noFill/>
          <a:ln w="0">
            <a:noFill/>
          </a:ln>
        </p:spPr>
        <p:txBody>
          <a:bodyPr lIns="91440" rIns="91440" tIns="91440" bIns="91440" anchor="b">
            <a:noAutofit/>
          </a:bodyPr>
          <a:p>
            <a:pPr indent="0">
              <a:lnSpc>
                <a:spcPct val="100000"/>
              </a:lnSpc>
              <a:buNone/>
              <a:tabLst>
                <a:tab algn="l" pos="0"/>
              </a:tabLst>
            </a:pPr>
            <a:r>
              <a:rPr b="0" lang="en" sz="1600" strike="noStrike" u="none">
                <a:solidFill>
                  <a:schemeClr val="dk1"/>
                </a:solidFill>
                <a:effectLst/>
                <a:uFillTx/>
                <a:latin typeface="Syne SemiBold"/>
                <a:ea typeface="Syne SemiBold"/>
              </a:rPr>
              <a:t>The value we offer to our customers</a:t>
            </a:r>
            <a:endParaRPr b="0" lang="es-ES" sz="1600" strike="noStrike" u="none">
              <a:solidFill>
                <a:srgbClr val="ffffff"/>
              </a:solidFill>
              <a:effectLst/>
              <a:uFillTx/>
              <a:latin typeface="Arial"/>
            </a:endParaRPr>
          </a:p>
        </p:txBody>
      </p:sp>
      <p:sp>
        <p:nvSpPr>
          <p:cNvPr id="114" name="PlaceHolder 8"/>
          <p:cNvSpPr>
            <a:spLocks noGrp="1"/>
          </p:cNvSpPr>
          <p:nvPr>
            <p:ph type="subTitle"/>
          </p:nvPr>
        </p:nvSpPr>
        <p:spPr>
          <a:xfrm>
            <a:off x="6037920" y="1017720"/>
            <a:ext cx="2392560" cy="695520"/>
          </a:xfrm>
          <a:prstGeom prst="rect">
            <a:avLst/>
          </a:prstGeom>
          <a:noFill/>
          <a:ln w="0">
            <a:noFill/>
          </a:ln>
        </p:spPr>
        <p:txBody>
          <a:bodyPr lIns="91440" rIns="91440" tIns="91440" bIns="91440" anchor="b">
            <a:noAutofit/>
          </a:bodyPr>
          <a:p>
            <a:pPr indent="0">
              <a:lnSpc>
                <a:spcPct val="100000"/>
              </a:lnSpc>
              <a:buNone/>
              <a:tabLst>
                <a:tab algn="l" pos="0"/>
              </a:tabLst>
            </a:pPr>
            <a:r>
              <a:rPr b="0" lang="en" sz="1600" strike="noStrike" u="none">
                <a:solidFill>
                  <a:schemeClr val="dk1"/>
                </a:solidFill>
                <a:effectLst/>
                <a:uFillTx/>
                <a:latin typeface="Syne SemiBold"/>
                <a:ea typeface="Syne SemiBold"/>
              </a:rPr>
              <a:t>These are our key marketing channels</a:t>
            </a:r>
            <a:endParaRPr b="0" lang="es-ES" sz="1600" strike="noStrike" u="none">
              <a:solidFill>
                <a:srgbClr val="ffffff"/>
              </a:solidFill>
              <a:effectLst/>
              <a:uFillTx/>
              <a:latin typeface="Arial"/>
            </a:endParaRPr>
          </a:p>
        </p:txBody>
      </p:sp>
      <p:sp>
        <p:nvSpPr>
          <p:cNvPr id="115" name="PlaceHolder 9"/>
          <p:cNvSpPr>
            <a:spLocks noGrp="1"/>
          </p:cNvSpPr>
          <p:nvPr>
            <p:ph type="subTitle"/>
          </p:nvPr>
        </p:nvSpPr>
        <p:spPr>
          <a:xfrm>
            <a:off x="6033600" y="1710000"/>
            <a:ext cx="2392560" cy="1104840"/>
          </a:xfrm>
          <a:prstGeom prst="rect">
            <a:avLst/>
          </a:prstGeom>
          <a:noFill/>
          <a:ln w="0">
            <a:noFill/>
          </a:ln>
        </p:spPr>
        <p:txBody>
          <a:bodyPr lIns="91440" rIns="91440" tIns="91440" bIns="91440" anchor="t">
            <a:noAutofit/>
          </a:bodyPr>
          <a:p>
            <a:pPr indent="0">
              <a:lnSpc>
                <a:spcPct val="100000"/>
              </a:lnSpc>
              <a:buNone/>
              <a:tabLst>
                <a:tab algn="l" pos="0"/>
              </a:tabLst>
            </a:pPr>
            <a:r>
              <a:rPr b="0" lang="en" sz="1200" strike="noStrike" u="none">
                <a:solidFill>
                  <a:schemeClr val="dk1"/>
                </a:solidFill>
                <a:effectLst/>
                <a:uFillTx/>
                <a:latin typeface="Albert Sans"/>
                <a:ea typeface="Albert Sans"/>
              </a:rPr>
              <a:t>Outline the channels you will use to reach your target market, such</a:t>
            </a:r>
            <a:endParaRPr b="0" lang="es-ES" sz="1200" strike="noStrike" u="none">
              <a:solidFill>
                <a:srgbClr val="ffffff"/>
              </a:solidFill>
              <a:effectLst/>
              <a:uFillTx/>
              <a:latin typeface="Arial"/>
            </a:endParaRPr>
          </a:p>
          <a:p>
            <a:pPr indent="0">
              <a:lnSpc>
                <a:spcPct val="100000"/>
              </a:lnSpc>
              <a:buNone/>
              <a:tabLst>
                <a:tab algn="l" pos="0"/>
              </a:tabLst>
            </a:pPr>
            <a:r>
              <a:rPr b="0" lang="en" sz="1200" strike="noStrike" u="none">
                <a:solidFill>
                  <a:schemeClr val="dk1"/>
                </a:solidFill>
                <a:effectLst/>
                <a:uFillTx/>
                <a:latin typeface="Albert Sans"/>
                <a:ea typeface="Albert Sans"/>
              </a:rPr>
              <a:t>as social media,</a:t>
            </a:r>
            <a:endParaRPr b="0" lang="es-ES" sz="1200" strike="noStrike" u="none">
              <a:solidFill>
                <a:srgbClr val="ffffff"/>
              </a:solidFill>
              <a:effectLst/>
              <a:uFillTx/>
              <a:latin typeface="Arial"/>
            </a:endParaRPr>
          </a:p>
          <a:p>
            <a:pPr indent="0">
              <a:lnSpc>
                <a:spcPct val="100000"/>
              </a:lnSpc>
              <a:buNone/>
              <a:tabLst>
                <a:tab algn="l" pos="0"/>
              </a:tabLst>
            </a:pPr>
            <a:r>
              <a:rPr b="0" lang="en" sz="1200" strike="noStrike" u="none">
                <a:solidFill>
                  <a:schemeClr val="dk1"/>
                </a:solidFill>
                <a:effectLst/>
                <a:uFillTx/>
                <a:latin typeface="Albert Sans"/>
                <a:ea typeface="Albert Sans"/>
              </a:rPr>
              <a:t>email marketing…</a:t>
            </a:r>
            <a:endParaRPr b="0" lang="es-ES" sz="1200" strike="noStrike" u="none">
              <a:solidFill>
                <a:srgbClr val="ffffff"/>
              </a:solidFill>
              <a:effectLst/>
              <a:uFillTx/>
              <a:latin typeface="Arial"/>
            </a:endParaRPr>
          </a:p>
        </p:txBody>
      </p:sp>
      <p:sp>
        <p:nvSpPr>
          <p:cNvPr id="116" name="PlaceHolder 10"/>
          <p:cNvSpPr>
            <a:spLocks noGrp="1"/>
          </p:cNvSpPr>
          <p:nvPr>
            <p:ph type="subTitle"/>
          </p:nvPr>
        </p:nvSpPr>
        <p:spPr>
          <a:xfrm>
            <a:off x="6033600" y="3498840"/>
            <a:ext cx="2392560" cy="1104840"/>
          </a:xfrm>
          <a:prstGeom prst="rect">
            <a:avLst/>
          </a:prstGeom>
          <a:noFill/>
          <a:ln w="0">
            <a:noFill/>
          </a:ln>
        </p:spPr>
        <p:txBody>
          <a:bodyPr lIns="91440" rIns="91440" tIns="91440" bIns="91440" anchor="t">
            <a:noAutofit/>
          </a:bodyPr>
          <a:p>
            <a:pPr indent="0">
              <a:lnSpc>
                <a:spcPct val="100000"/>
              </a:lnSpc>
              <a:buNone/>
              <a:tabLst>
                <a:tab algn="l" pos="0"/>
              </a:tabLst>
            </a:pPr>
            <a:r>
              <a:rPr b="0" lang="en" sz="1200" strike="noStrike" u="none">
                <a:solidFill>
                  <a:schemeClr val="dk1"/>
                </a:solidFill>
                <a:effectLst/>
                <a:uFillTx/>
                <a:latin typeface="Albert Sans"/>
                <a:ea typeface="Albert Sans"/>
              </a:rPr>
              <a:t>Define key performance indicators (KPIs) that measure the success of your marketing and sales efforts. Set specific goals</a:t>
            </a:r>
            <a:endParaRPr b="0" lang="es-ES" sz="1200" strike="noStrike" u="none">
              <a:solidFill>
                <a:srgbClr val="ffffff"/>
              </a:solidFill>
              <a:effectLst/>
              <a:uFillTx/>
              <a:latin typeface="Arial"/>
            </a:endParaRPr>
          </a:p>
        </p:txBody>
      </p:sp>
      <p:sp>
        <p:nvSpPr>
          <p:cNvPr id="117" name="PlaceHolder 11"/>
          <p:cNvSpPr>
            <a:spLocks noGrp="1"/>
          </p:cNvSpPr>
          <p:nvPr>
            <p:ph type="subTitle"/>
          </p:nvPr>
        </p:nvSpPr>
        <p:spPr>
          <a:xfrm>
            <a:off x="720000" y="2802960"/>
            <a:ext cx="2392560" cy="695520"/>
          </a:xfrm>
          <a:prstGeom prst="rect">
            <a:avLst/>
          </a:prstGeom>
          <a:noFill/>
          <a:ln w="0">
            <a:noFill/>
          </a:ln>
        </p:spPr>
        <p:txBody>
          <a:bodyPr lIns="91440" rIns="91440" tIns="91440" bIns="91440" anchor="b">
            <a:noAutofit/>
          </a:bodyPr>
          <a:p>
            <a:pPr indent="0">
              <a:lnSpc>
                <a:spcPct val="100000"/>
              </a:lnSpc>
              <a:buNone/>
              <a:tabLst>
                <a:tab algn="l" pos="0"/>
              </a:tabLst>
            </a:pPr>
            <a:r>
              <a:rPr b="0" lang="en" sz="1600" strike="noStrike" u="none">
                <a:solidFill>
                  <a:schemeClr val="dk1"/>
                </a:solidFill>
                <a:effectLst/>
                <a:uFillTx/>
                <a:latin typeface="Syne SemiBold"/>
                <a:ea typeface="Syne SemiBold"/>
              </a:rPr>
              <a:t>How we convert leads into customers</a:t>
            </a:r>
            <a:endParaRPr b="0" lang="es-ES" sz="1600" strike="noStrike" u="none">
              <a:solidFill>
                <a:srgbClr val="ffffff"/>
              </a:solidFill>
              <a:effectLst/>
              <a:uFillTx/>
              <a:latin typeface="Arial"/>
            </a:endParaRPr>
          </a:p>
        </p:txBody>
      </p:sp>
      <p:sp>
        <p:nvSpPr>
          <p:cNvPr id="118" name="PlaceHolder 12"/>
          <p:cNvSpPr>
            <a:spLocks noGrp="1"/>
          </p:cNvSpPr>
          <p:nvPr>
            <p:ph type="subTitle"/>
          </p:nvPr>
        </p:nvSpPr>
        <p:spPr>
          <a:xfrm>
            <a:off x="3381480" y="2802960"/>
            <a:ext cx="2392560" cy="695520"/>
          </a:xfrm>
          <a:prstGeom prst="rect">
            <a:avLst/>
          </a:prstGeom>
          <a:noFill/>
          <a:ln w="0">
            <a:noFill/>
          </a:ln>
        </p:spPr>
        <p:txBody>
          <a:bodyPr lIns="91440" rIns="91440" tIns="91440" bIns="91440" anchor="b">
            <a:noAutofit/>
          </a:bodyPr>
          <a:p>
            <a:pPr indent="0">
              <a:lnSpc>
                <a:spcPct val="100000"/>
              </a:lnSpc>
              <a:buNone/>
              <a:tabLst>
                <a:tab algn="l" pos="0"/>
              </a:tabLst>
            </a:pPr>
            <a:r>
              <a:rPr b="0" lang="en" sz="1600" strike="noStrike" u="none">
                <a:solidFill>
                  <a:schemeClr val="dk1"/>
                </a:solidFill>
                <a:effectLst/>
                <a:uFillTx/>
                <a:latin typeface="Syne SemiBold"/>
                <a:ea typeface="Syne SemiBold"/>
              </a:rPr>
              <a:t>How we compare to our competitors</a:t>
            </a:r>
            <a:endParaRPr b="0" lang="es-ES" sz="1600" strike="noStrike" u="none">
              <a:solidFill>
                <a:srgbClr val="ffffff"/>
              </a:solidFill>
              <a:effectLst/>
              <a:uFillTx/>
              <a:latin typeface="Arial"/>
            </a:endParaRPr>
          </a:p>
        </p:txBody>
      </p:sp>
      <p:sp>
        <p:nvSpPr>
          <p:cNvPr id="119" name="PlaceHolder 13"/>
          <p:cNvSpPr>
            <a:spLocks noGrp="1"/>
          </p:cNvSpPr>
          <p:nvPr>
            <p:ph type="subTitle"/>
          </p:nvPr>
        </p:nvSpPr>
        <p:spPr>
          <a:xfrm>
            <a:off x="6037920" y="2802960"/>
            <a:ext cx="2392560" cy="695520"/>
          </a:xfrm>
          <a:prstGeom prst="rect">
            <a:avLst/>
          </a:prstGeom>
          <a:noFill/>
          <a:ln w="0">
            <a:noFill/>
          </a:ln>
        </p:spPr>
        <p:txBody>
          <a:bodyPr lIns="91440" rIns="91440" tIns="91440" bIns="91440" anchor="b">
            <a:noAutofit/>
          </a:bodyPr>
          <a:p>
            <a:pPr indent="0">
              <a:lnSpc>
                <a:spcPct val="100000"/>
              </a:lnSpc>
              <a:buNone/>
              <a:tabLst>
                <a:tab algn="l" pos="0"/>
              </a:tabLst>
            </a:pPr>
            <a:r>
              <a:rPr b="0" lang="en" sz="1600" strike="noStrike" u="none">
                <a:solidFill>
                  <a:schemeClr val="dk1"/>
                </a:solidFill>
                <a:effectLst/>
                <a:uFillTx/>
                <a:latin typeface="Syne SemiBold"/>
                <a:ea typeface="Syne SemiBold"/>
              </a:rPr>
              <a:t>Key metrics and performance goals</a:t>
            </a:r>
            <a:endParaRPr b="0" lang="es-ES" sz="16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0" name="PlaceHolder 1"/>
          <p:cNvSpPr>
            <a:spLocks noGrp="1"/>
          </p:cNvSpPr>
          <p:nvPr>
            <p:ph type="title"/>
          </p:nvPr>
        </p:nvSpPr>
        <p:spPr>
          <a:xfrm>
            <a:off x="713160" y="539640"/>
            <a:ext cx="6575760" cy="929520"/>
          </a:xfrm>
          <a:prstGeom prst="rect">
            <a:avLst/>
          </a:prstGeom>
          <a:noFill/>
          <a:ln w="0">
            <a:noFill/>
          </a:ln>
        </p:spPr>
        <p:txBody>
          <a:bodyPr lIns="91440" rIns="91440" tIns="91440" bIns="91440" anchor="b">
            <a:noAutofit/>
          </a:bodyPr>
          <a:p>
            <a:pPr indent="0">
              <a:lnSpc>
                <a:spcPct val="100000"/>
              </a:lnSpc>
              <a:buNone/>
              <a:tabLst>
                <a:tab algn="l" pos="0"/>
              </a:tabLst>
            </a:pPr>
            <a:r>
              <a:rPr b="0" lang="en" sz="6000" strike="noStrike" u="none">
                <a:solidFill>
                  <a:schemeClr val="dk1"/>
                </a:solidFill>
                <a:effectLst/>
                <a:uFillTx/>
                <a:latin typeface="Syne SemiBold"/>
                <a:ea typeface="Syne SemiBold"/>
              </a:rPr>
              <a:t>$4,498,300,000</a:t>
            </a:r>
            <a:endParaRPr b="0" lang="es-ES" sz="6000" strike="noStrike" u="none">
              <a:solidFill>
                <a:srgbClr val="000000"/>
              </a:solidFill>
              <a:effectLst/>
              <a:uFillTx/>
              <a:latin typeface="Arial"/>
            </a:endParaRPr>
          </a:p>
        </p:txBody>
      </p:sp>
      <p:sp>
        <p:nvSpPr>
          <p:cNvPr id="121" name="PlaceHolder 2"/>
          <p:cNvSpPr>
            <a:spLocks noGrp="1"/>
          </p:cNvSpPr>
          <p:nvPr>
            <p:ph type="subTitle"/>
          </p:nvPr>
        </p:nvSpPr>
        <p:spPr>
          <a:xfrm>
            <a:off x="5607720" y="3961080"/>
            <a:ext cx="2823120" cy="642600"/>
          </a:xfrm>
          <a:prstGeom prst="rect">
            <a:avLst/>
          </a:prstGeom>
          <a:noFill/>
          <a:ln w="0">
            <a:noFill/>
          </a:ln>
        </p:spPr>
        <p:txBody>
          <a:bodyPr lIns="91440" rIns="91440" tIns="91440" bIns="91440" anchor="t">
            <a:noAutofit/>
          </a:bodyPr>
          <a:p>
            <a:pPr indent="0" algn="r">
              <a:lnSpc>
                <a:spcPct val="100000"/>
              </a:lnSpc>
              <a:buNone/>
              <a:tabLst>
                <a:tab algn="l" pos="0"/>
              </a:tabLst>
            </a:pPr>
            <a:r>
              <a:rPr b="0" lang="en" sz="1600" strike="noStrike" u="none">
                <a:solidFill>
                  <a:schemeClr val="dk1"/>
                </a:solidFill>
                <a:effectLst/>
                <a:uFillTx/>
                <a:latin typeface="Albert Sans"/>
                <a:ea typeface="Albert Sans"/>
              </a:rPr>
              <a:t>Budget for the new products of the company</a:t>
            </a:r>
            <a:endParaRPr b="0" lang="es-ES" sz="1600" strike="noStrike" u="none">
              <a:solidFill>
                <a:srgbClr val="ffffff"/>
              </a:solidFill>
              <a:effectLst/>
              <a:uFillTx/>
              <a:latin typeface="Arial"/>
            </a:endParaRPr>
          </a:p>
        </p:txBody>
      </p:sp>
      <p:sp>
        <p:nvSpPr>
          <p:cNvPr id="122" name="Google Shape;217;p37"/>
          <p:cNvSpPr/>
          <p:nvPr/>
        </p:nvSpPr>
        <p:spPr>
          <a:xfrm>
            <a:off x="306360" y="4604040"/>
            <a:ext cx="1123920" cy="392040"/>
          </a:xfrm>
          <a:prstGeom prst="rect">
            <a:avLst/>
          </a:prstGeom>
          <a:noFill/>
          <a:ln w="0">
            <a:noFill/>
          </a:ln>
        </p:spPr>
        <p:style>
          <a:lnRef idx="0"/>
          <a:fillRef idx="0"/>
          <a:effectRef idx="0"/>
          <a:fontRef idx="minor"/>
        </p:style>
        <p:txBody>
          <a:bodyPr tIns="91440" bIns="91440" anchor="ctr">
            <a:noAutofit/>
          </a:bodyPr>
          <a:p>
            <a:pPr>
              <a:lnSpc>
                <a:spcPct val="100000"/>
              </a:lnSpc>
              <a:tabLst>
                <a:tab algn="l" pos="0"/>
              </a:tabLst>
            </a:pPr>
            <a:r>
              <a:rPr b="0" lang="en" sz="1000" strike="noStrike" u="none">
                <a:solidFill>
                  <a:schemeClr val="dk1"/>
                </a:solidFill>
                <a:effectLst/>
                <a:uFillTx/>
                <a:latin typeface="Syne"/>
                <a:ea typeface="Syne"/>
              </a:rPr>
              <a:t>Company name</a:t>
            </a:r>
            <a:endParaRPr b="0" lang="es-ES" sz="1000" strike="noStrike" u="none">
              <a:solidFill>
                <a:srgbClr val="ffffff"/>
              </a:solidFill>
              <a:effectLst/>
              <a:uFillTx/>
              <a:latin typeface="Arial"/>
            </a:endParaRPr>
          </a:p>
        </p:txBody>
      </p:sp>
      <p:cxnSp>
        <p:nvCxnSpPr>
          <p:cNvPr id="123" name="Google Shape;218;p37"/>
          <p:cNvCxnSpPr/>
          <p:nvPr/>
        </p:nvCxnSpPr>
        <p:spPr>
          <a:xfrm>
            <a:off x="1430640" y="4799880"/>
            <a:ext cx="8245800" cy="360"/>
          </a:xfrm>
          <a:prstGeom prst="straightConnector1">
            <a:avLst/>
          </a:prstGeom>
          <a:ln w="9525">
            <a:solidFill>
              <a:srgbClr val="ffffff"/>
            </a:solidFill>
            <a:round/>
          </a:ln>
        </p:spPr>
      </p:cxn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4" name="PlaceHolder 1"/>
          <p:cNvSpPr>
            <a:spLocks noGrp="1"/>
          </p:cNvSpPr>
          <p:nvPr>
            <p:ph type="title"/>
          </p:nvPr>
        </p:nvSpPr>
        <p:spPr>
          <a:xfrm>
            <a:off x="720000" y="444960"/>
            <a:ext cx="7703640" cy="572400"/>
          </a:xfrm>
          <a:prstGeom prst="rect">
            <a:avLst/>
          </a:prstGeom>
          <a:noFill/>
          <a:ln w="0">
            <a:noFill/>
          </a:ln>
        </p:spPr>
        <p:txBody>
          <a:bodyPr lIns="91440" rIns="91440" tIns="91440" bIns="91440" anchor="t">
            <a:noAutofit/>
          </a:bodyPr>
          <a:p>
            <a:pPr indent="0">
              <a:lnSpc>
                <a:spcPct val="100000"/>
              </a:lnSpc>
              <a:buNone/>
              <a:tabLst>
                <a:tab algn="l" pos="0"/>
              </a:tabLst>
            </a:pPr>
            <a:r>
              <a:rPr b="0" lang="en" sz="2600" strike="noStrike" u="none">
                <a:solidFill>
                  <a:schemeClr val="dk1"/>
                </a:solidFill>
                <a:effectLst/>
                <a:uFillTx/>
                <a:latin typeface="Syne SemiBold"/>
                <a:ea typeface="Syne SemiBold"/>
              </a:rPr>
              <a:t>Budget for this quarter</a:t>
            </a:r>
            <a:endParaRPr b="0" lang="es-ES" sz="2600" strike="noStrike" u="none">
              <a:solidFill>
                <a:srgbClr val="000000"/>
              </a:solidFill>
              <a:effectLst/>
              <a:uFillTx/>
              <a:latin typeface="Arial"/>
            </a:endParaRPr>
          </a:p>
        </p:txBody>
      </p:sp>
      <p:sp>
        <p:nvSpPr>
          <p:cNvPr id="125" name="Google Shape;224;p38"/>
          <p:cNvSpPr/>
          <p:nvPr/>
        </p:nvSpPr>
        <p:spPr>
          <a:xfrm>
            <a:off x="982080" y="4435200"/>
            <a:ext cx="7179840" cy="214560"/>
          </a:xfrm>
          <a:prstGeom prst="rect">
            <a:avLst/>
          </a:prstGeom>
          <a:noFill/>
          <a:ln w="0">
            <a:noFill/>
          </a:ln>
        </p:spPr>
        <p:style>
          <a:lnRef idx="0"/>
          <a:fillRef idx="0"/>
          <a:effectRef idx="0"/>
          <a:fontRef idx="minor"/>
        </p:style>
        <p:txBody>
          <a:bodyPr tIns="91440" bIns="91440" anchor="ctr">
            <a:noAutofit/>
          </a:bodyPr>
          <a:p>
            <a:pPr algn="ctr">
              <a:lnSpc>
                <a:spcPct val="100000"/>
              </a:lnSpc>
              <a:tabLst>
                <a:tab algn="l" pos="0"/>
              </a:tabLst>
            </a:pPr>
            <a:r>
              <a:rPr b="0" lang="en" sz="1000" strike="noStrike" u="none">
                <a:solidFill>
                  <a:schemeClr val="dk1"/>
                </a:solidFill>
                <a:effectLst/>
                <a:uFillTx/>
                <a:latin typeface="Albert Sans"/>
                <a:ea typeface="Albert Sans"/>
              </a:rPr>
              <a:t>Follow the link in the graph to modify its data and then paste the new one here. </a:t>
            </a:r>
            <a:r>
              <a:rPr b="1" lang="en" sz="1000" strike="noStrike" u="sng">
                <a:solidFill>
                  <a:schemeClr val="dk1"/>
                </a:solidFill>
                <a:effectLst/>
                <a:uFillTx/>
                <a:latin typeface="Albert Sans"/>
                <a:ea typeface="Albert Sans"/>
                <a:hlinkClick r:id="rId1"/>
              </a:rPr>
              <a:t>For more info, click here</a:t>
            </a:r>
            <a:endParaRPr b="0" lang="es-ES" sz="1000" strike="noStrike" u="none">
              <a:solidFill>
                <a:srgbClr val="ffffff"/>
              </a:solidFill>
              <a:effectLst/>
              <a:uFillTx/>
              <a:latin typeface="Arial"/>
            </a:endParaRPr>
          </a:p>
        </p:txBody>
      </p:sp>
      <p:graphicFrame>
        <p:nvGraphicFramePr>
          <p:cNvPr id="126" name="Google Shape;225;p38"/>
          <p:cNvGraphicFramePr/>
          <p:nvPr/>
        </p:nvGraphicFramePr>
        <p:xfrm>
          <a:off x="720000" y="1155960"/>
          <a:ext cx="7703640" cy="1518840"/>
        </p:xfrm>
        <a:graphic>
          <a:graphicData uri="http://schemas.openxmlformats.org/drawingml/2006/table">
            <a:tbl>
              <a:tblPr/>
              <a:tblGrid>
                <a:gridCol w="1670400"/>
                <a:gridCol w="1206360"/>
                <a:gridCol w="1206360"/>
                <a:gridCol w="1206360"/>
                <a:gridCol w="1206360"/>
                <a:gridCol w="1206360"/>
              </a:tblGrid>
              <a:tr h="277200">
                <a:tc>
                  <a:txBody>
                    <a:bodyPr lIns="91080" rIns="91080" tIns="68400" bIns="68400" anchor="ctr">
                      <a:noAutofit/>
                    </a:bodyPr>
                    <a:p>
                      <a:endParaRPr b="0" lang="es-ES" sz="1800" strike="noStrike" u="none">
                        <a:solidFill>
                          <a:srgbClr val="ffffff"/>
                        </a:solidFill>
                        <a:effectLst/>
                        <a:uFillTx/>
                        <a:latin typeface="Arial"/>
                      </a:endParaRPr>
                    </a:p>
                  </a:txBody>
                  <a:tcPr anchor="ctr" marL="91080" marR="91080" marT="68400" marB="68400">
                    <a:lnL w="9360">
                      <a:noFill/>
                      <a:prstDash val="solid"/>
                    </a:lnL>
                    <a:lnR w="9360">
                      <a:solidFill>
                        <a:srgbClr val="ffffff"/>
                      </a:solidFill>
                      <a:prstDash val="solid"/>
                    </a:lnR>
                    <a:lnT w="9360">
                      <a:noFill/>
                      <a:prstDash val="solid"/>
                    </a:lnT>
                    <a:lnB w="9360">
                      <a:solidFill>
                        <a:srgbClr val="ffffff"/>
                      </a:solidFill>
                      <a:prstDash val="solid"/>
                    </a:lnB>
                    <a:noFill/>
                  </a:tcPr>
                </a:tc>
                <a:tc>
                  <a:txBody>
                    <a:bodyPr lIns="91080" rIns="91080" tIns="68400" bIns="68400" anchor="ctr">
                      <a:noAutofit/>
                    </a:bodyPr>
                    <a:p>
                      <a:pPr algn="ctr">
                        <a:lnSpc>
                          <a:spcPct val="100000"/>
                        </a:lnSpc>
                        <a:tabLst>
                          <a:tab algn="l" pos="0"/>
                        </a:tabLst>
                      </a:pPr>
                      <a:r>
                        <a:rPr b="0" lang="en" sz="1200" strike="noStrike" u="none">
                          <a:solidFill>
                            <a:schemeClr val="dk1"/>
                          </a:solidFill>
                          <a:effectLst/>
                          <a:uFillTx/>
                          <a:latin typeface="Syne SemiBold"/>
                          <a:ea typeface="Syne SemiBold"/>
                        </a:rPr>
                        <a:t>Q1</a:t>
                      </a:r>
                      <a:endParaRPr b="0" lang="es-ES" sz="1200" strike="noStrike" u="none">
                        <a:solidFill>
                          <a:srgbClr val="ffffff"/>
                        </a:solidFill>
                        <a:effectLst/>
                        <a:uFillTx/>
                        <a:latin typeface="Arial"/>
                      </a:endParaRPr>
                    </a:p>
                  </a:txBody>
                  <a:tcPr anchor="ctr" marL="91080" marR="91080" marT="68400" marB="68400">
                    <a:lnL w="9360">
                      <a:solidFill>
                        <a:srgbClr val="ffffff"/>
                      </a:solidFill>
                      <a:prstDash val="solid"/>
                    </a:lnL>
                    <a:lnR w="9360">
                      <a:solidFill>
                        <a:srgbClr val="ffffff"/>
                      </a:solidFill>
                      <a:prstDash val="solid"/>
                    </a:lnR>
                    <a:lnT w="9360">
                      <a:noFill/>
                      <a:prstDash val="solid"/>
                    </a:lnT>
                    <a:lnB w="9360">
                      <a:solidFill>
                        <a:srgbClr val="ffffff"/>
                      </a:solidFill>
                      <a:prstDash val="solid"/>
                    </a:lnB>
                    <a:noFill/>
                  </a:tcPr>
                </a:tc>
                <a:tc>
                  <a:txBody>
                    <a:bodyPr lIns="91080" rIns="91080" tIns="68400" bIns="68400" anchor="ctr">
                      <a:noAutofit/>
                    </a:bodyPr>
                    <a:p>
                      <a:pPr algn="ctr">
                        <a:lnSpc>
                          <a:spcPct val="100000"/>
                        </a:lnSpc>
                        <a:tabLst>
                          <a:tab algn="l" pos="0"/>
                        </a:tabLst>
                      </a:pPr>
                      <a:r>
                        <a:rPr b="0" lang="en" sz="1200" strike="noStrike" u="none">
                          <a:solidFill>
                            <a:schemeClr val="dk1"/>
                          </a:solidFill>
                          <a:effectLst/>
                          <a:uFillTx/>
                          <a:latin typeface="Syne SemiBold"/>
                          <a:ea typeface="Syne SemiBold"/>
                        </a:rPr>
                        <a:t>Q2</a:t>
                      </a:r>
                      <a:endParaRPr b="0" lang="es-ES" sz="1200" strike="noStrike" u="none">
                        <a:solidFill>
                          <a:srgbClr val="ffffff"/>
                        </a:solidFill>
                        <a:effectLst/>
                        <a:uFillTx/>
                        <a:latin typeface="Arial"/>
                      </a:endParaRPr>
                    </a:p>
                  </a:txBody>
                  <a:tcPr anchor="ctr" marL="91080" marR="91080" marT="68400" marB="68400">
                    <a:lnL w="9360">
                      <a:solidFill>
                        <a:srgbClr val="ffffff"/>
                      </a:solidFill>
                      <a:prstDash val="solid"/>
                    </a:lnL>
                    <a:lnR w="9360">
                      <a:solidFill>
                        <a:srgbClr val="ffffff"/>
                      </a:solidFill>
                      <a:prstDash val="solid"/>
                    </a:lnR>
                    <a:lnT w="9360">
                      <a:noFill/>
                      <a:prstDash val="solid"/>
                    </a:lnT>
                    <a:lnB w="9360">
                      <a:solidFill>
                        <a:srgbClr val="ffffff"/>
                      </a:solidFill>
                      <a:prstDash val="solid"/>
                    </a:lnB>
                    <a:noFill/>
                  </a:tcPr>
                </a:tc>
                <a:tc>
                  <a:txBody>
                    <a:bodyPr lIns="91080" rIns="91080" tIns="68400" bIns="68400" anchor="ctr">
                      <a:noAutofit/>
                    </a:bodyPr>
                    <a:p>
                      <a:pPr algn="ctr">
                        <a:lnSpc>
                          <a:spcPct val="100000"/>
                        </a:lnSpc>
                        <a:tabLst>
                          <a:tab algn="l" pos="0"/>
                        </a:tabLst>
                      </a:pPr>
                      <a:r>
                        <a:rPr b="0" lang="en" sz="1200" strike="noStrike" u="none">
                          <a:solidFill>
                            <a:schemeClr val="dk1"/>
                          </a:solidFill>
                          <a:effectLst/>
                          <a:uFillTx/>
                          <a:latin typeface="Syne SemiBold"/>
                          <a:ea typeface="Syne SemiBold"/>
                        </a:rPr>
                        <a:t>Q3</a:t>
                      </a:r>
                      <a:endParaRPr b="0" lang="es-ES" sz="1200" strike="noStrike" u="none">
                        <a:solidFill>
                          <a:srgbClr val="ffffff"/>
                        </a:solidFill>
                        <a:effectLst/>
                        <a:uFillTx/>
                        <a:latin typeface="Arial"/>
                      </a:endParaRPr>
                    </a:p>
                  </a:txBody>
                  <a:tcPr anchor="ctr" marL="91080" marR="91080" marT="68400" marB="68400">
                    <a:lnL w="9360">
                      <a:solidFill>
                        <a:srgbClr val="ffffff"/>
                      </a:solidFill>
                      <a:prstDash val="solid"/>
                    </a:lnL>
                    <a:lnR w="9360">
                      <a:solidFill>
                        <a:srgbClr val="ffffff"/>
                      </a:solidFill>
                      <a:prstDash val="solid"/>
                    </a:lnR>
                    <a:lnT w="9360">
                      <a:noFill/>
                      <a:prstDash val="solid"/>
                    </a:lnT>
                    <a:lnB w="9360">
                      <a:solidFill>
                        <a:srgbClr val="ffffff"/>
                      </a:solidFill>
                      <a:prstDash val="solid"/>
                    </a:lnB>
                    <a:noFill/>
                  </a:tcPr>
                </a:tc>
                <a:tc>
                  <a:txBody>
                    <a:bodyPr lIns="91080" rIns="91080" tIns="68400" bIns="68400" anchor="ctr">
                      <a:noAutofit/>
                    </a:bodyPr>
                    <a:p>
                      <a:pPr algn="ctr">
                        <a:lnSpc>
                          <a:spcPct val="100000"/>
                        </a:lnSpc>
                        <a:tabLst>
                          <a:tab algn="l" pos="0"/>
                        </a:tabLst>
                      </a:pPr>
                      <a:r>
                        <a:rPr b="0" lang="en" sz="1200" strike="noStrike" u="none">
                          <a:solidFill>
                            <a:schemeClr val="dk1"/>
                          </a:solidFill>
                          <a:effectLst/>
                          <a:uFillTx/>
                          <a:latin typeface="Syne SemiBold"/>
                          <a:ea typeface="Syne SemiBold"/>
                        </a:rPr>
                        <a:t>Q4</a:t>
                      </a:r>
                      <a:endParaRPr b="0" lang="es-ES" sz="1200" strike="noStrike" u="none">
                        <a:solidFill>
                          <a:srgbClr val="ffffff"/>
                        </a:solidFill>
                        <a:effectLst/>
                        <a:uFillTx/>
                        <a:latin typeface="Arial"/>
                      </a:endParaRPr>
                    </a:p>
                  </a:txBody>
                  <a:tcPr anchor="ctr" marL="91080" marR="91080" marT="68400" marB="68400">
                    <a:lnL w="9360">
                      <a:solidFill>
                        <a:srgbClr val="ffffff"/>
                      </a:solidFill>
                      <a:prstDash val="solid"/>
                    </a:lnL>
                    <a:lnR w="9360">
                      <a:solidFill>
                        <a:srgbClr val="ffffff"/>
                      </a:solidFill>
                      <a:prstDash val="solid"/>
                    </a:lnR>
                    <a:lnT w="9360">
                      <a:noFill/>
                      <a:prstDash val="solid"/>
                    </a:lnT>
                    <a:lnB w="9360">
                      <a:solidFill>
                        <a:srgbClr val="ffffff"/>
                      </a:solidFill>
                      <a:prstDash val="solid"/>
                    </a:lnB>
                    <a:noFill/>
                  </a:tcPr>
                </a:tc>
                <a:tc>
                  <a:txBody>
                    <a:bodyPr lIns="91080" rIns="91080" tIns="68400" bIns="68400" anchor="ctr">
                      <a:noAutofit/>
                    </a:bodyPr>
                    <a:p>
                      <a:pPr algn="ctr">
                        <a:lnSpc>
                          <a:spcPct val="100000"/>
                        </a:lnSpc>
                        <a:tabLst>
                          <a:tab algn="l" pos="0"/>
                        </a:tabLst>
                      </a:pPr>
                      <a:r>
                        <a:rPr b="0" lang="en" sz="1200" strike="noStrike" u="none">
                          <a:solidFill>
                            <a:schemeClr val="dk1"/>
                          </a:solidFill>
                          <a:effectLst/>
                          <a:uFillTx/>
                          <a:latin typeface="Syne SemiBold"/>
                          <a:ea typeface="Syne SemiBold"/>
                        </a:rPr>
                        <a:t>Total</a:t>
                      </a:r>
                      <a:endParaRPr b="0" lang="es-ES" sz="1200" strike="noStrike" u="none">
                        <a:solidFill>
                          <a:srgbClr val="ffffff"/>
                        </a:solidFill>
                        <a:effectLst/>
                        <a:uFillTx/>
                        <a:latin typeface="Arial"/>
                      </a:endParaRPr>
                    </a:p>
                  </a:txBody>
                  <a:tcPr anchor="ctr" marL="91080" marR="91080" marT="68400" marB="68400">
                    <a:lnL w="9360">
                      <a:solidFill>
                        <a:srgbClr val="ffffff"/>
                      </a:solidFill>
                      <a:prstDash val="solid"/>
                    </a:lnL>
                    <a:lnR w="9360">
                      <a:noFill/>
                      <a:prstDash val="solid"/>
                    </a:lnR>
                    <a:lnT w="9360">
                      <a:noFill/>
                      <a:prstDash val="solid"/>
                    </a:lnT>
                    <a:lnB w="9360">
                      <a:solidFill>
                        <a:srgbClr val="ffffff"/>
                      </a:solidFill>
                      <a:prstDash val="solid"/>
                    </a:lnB>
                    <a:noFill/>
                  </a:tcPr>
                </a:tc>
              </a:tr>
              <a:tr h="276840">
                <a:tc>
                  <a:txBody>
                    <a:bodyPr lIns="91080" rIns="91080" tIns="0" bIns="0" anchor="ctr">
                      <a:noAutofit/>
                    </a:bodyPr>
                    <a:p>
                      <a:pPr>
                        <a:lnSpc>
                          <a:spcPct val="100000"/>
                        </a:lnSpc>
                        <a:tabLst>
                          <a:tab algn="l" pos="0"/>
                        </a:tabLst>
                      </a:pPr>
                      <a:r>
                        <a:rPr b="0" lang="en" sz="1000" strike="noStrike" u="none">
                          <a:solidFill>
                            <a:schemeClr val="dk1"/>
                          </a:solidFill>
                          <a:effectLst/>
                          <a:uFillTx/>
                          <a:latin typeface="Albert Sans"/>
                          <a:ea typeface="Albert Sans"/>
                        </a:rPr>
                        <a:t>Research</a:t>
                      </a:r>
                      <a:endParaRPr b="0" lang="es-ES" sz="1000" strike="noStrike" u="none">
                        <a:solidFill>
                          <a:srgbClr val="ffffff"/>
                        </a:solidFill>
                        <a:effectLst/>
                        <a:uFillTx/>
                        <a:latin typeface="Arial"/>
                      </a:endParaRPr>
                    </a:p>
                  </a:txBody>
                  <a:tcPr anchor="ctr" marL="91080" marR="91080" marT="0" marB="0">
                    <a:lnL w="9360">
                      <a:noFill/>
                      <a:prstDash val="solid"/>
                    </a:lnL>
                    <a:lnR w="9360">
                      <a:solidFill>
                        <a:srgbClr val="ffffff"/>
                      </a:solidFill>
                      <a:prstDash val="solid"/>
                    </a:lnR>
                    <a:lnT w="9360">
                      <a:solidFill>
                        <a:srgbClr val="ffffff"/>
                      </a:solidFill>
                      <a:prstDash val="solid"/>
                    </a:lnT>
                    <a:lnB w="9360">
                      <a:solidFill>
                        <a:srgbClr val="ffffff"/>
                      </a:solidFill>
                      <a:prstDash val="solid"/>
                    </a:lnB>
                    <a:noFill/>
                  </a:tcPr>
                </a:tc>
                <a:tc>
                  <a:txBody>
                    <a:bodyPr lIns="0" rIns="0" tIns="0" bIns="0" anchor="ctr">
                      <a:noAutofit/>
                    </a:bodyPr>
                    <a:p>
                      <a:pPr algn="ctr">
                        <a:lnSpc>
                          <a:spcPct val="100000"/>
                        </a:lnSpc>
                        <a:tabLst>
                          <a:tab algn="l" pos="0"/>
                        </a:tabLst>
                      </a:pPr>
                      <a:r>
                        <a:rPr b="0" lang="en" sz="1000" strike="noStrike" u="none">
                          <a:solidFill>
                            <a:schemeClr val="dk1"/>
                          </a:solidFill>
                          <a:effectLst/>
                          <a:uFillTx/>
                          <a:latin typeface="Albert Sans"/>
                          <a:ea typeface="Albert Sans"/>
                        </a:rPr>
                        <a:t>$50,000</a:t>
                      </a:r>
                      <a:endParaRPr b="0" lang="es-ES" sz="1000" strike="noStrike" u="none">
                        <a:solidFill>
                          <a:srgbClr val="ffffff"/>
                        </a:solidFill>
                        <a:effectLst/>
                        <a:uFillTx/>
                        <a:latin typeface="Arial"/>
                      </a:endParaRPr>
                    </a:p>
                  </a:txBody>
                  <a:tcPr anchor="ctr" marL="0" marR="0" marT="0" marB="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noFill/>
                  </a:tcPr>
                </a:tc>
                <a:tc>
                  <a:txBody>
                    <a:bodyPr lIns="0" rIns="0" tIns="0" bIns="0" anchor="ctr">
                      <a:noAutofit/>
                    </a:bodyPr>
                    <a:p>
                      <a:pPr algn="ctr">
                        <a:lnSpc>
                          <a:spcPct val="100000"/>
                        </a:lnSpc>
                        <a:tabLst>
                          <a:tab algn="l" pos="0"/>
                        </a:tabLst>
                      </a:pPr>
                      <a:r>
                        <a:rPr b="0" lang="en" sz="1000" strike="noStrike" u="none">
                          <a:solidFill>
                            <a:schemeClr val="dk1"/>
                          </a:solidFill>
                          <a:effectLst/>
                          <a:uFillTx/>
                          <a:latin typeface="Albert Sans"/>
                          <a:ea typeface="Albert Sans"/>
                        </a:rPr>
                        <a:t>$60,000</a:t>
                      </a:r>
                      <a:endParaRPr b="0" lang="es-ES" sz="1000" strike="noStrike" u="none">
                        <a:solidFill>
                          <a:srgbClr val="ffffff"/>
                        </a:solidFill>
                        <a:effectLst/>
                        <a:uFillTx/>
                        <a:latin typeface="Arial"/>
                      </a:endParaRPr>
                    </a:p>
                  </a:txBody>
                  <a:tcPr anchor="ctr" marL="0" marR="0" marT="0" marB="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noFill/>
                  </a:tcPr>
                </a:tc>
                <a:tc>
                  <a:txBody>
                    <a:bodyPr lIns="0" rIns="0" tIns="0" bIns="0" anchor="ctr">
                      <a:noAutofit/>
                    </a:bodyPr>
                    <a:p>
                      <a:pPr algn="ctr">
                        <a:lnSpc>
                          <a:spcPct val="100000"/>
                        </a:lnSpc>
                        <a:tabLst>
                          <a:tab algn="l" pos="0"/>
                        </a:tabLst>
                      </a:pPr>
                      <a:r>
                        <a:rPr b="0" lang="en" sz="1000" strike="noStrike" u="none">
                          <a:solidFill>
                            <a:schemeClr val="dk1"/>
                          </a:solidFill>
                          <a:effectLst/>
                          <a:uFillTx/>
                          <a:latin typeface="Albert Sans"/>
                          <a:ea typeface="Albert Sans"/>
                        </a:rPr>
                        <a:t>$75,000</a:t>
                      </a:r>
                      <a:endParaRPr b="0" lang="es-ES" sz="1000" strike="noStrike" u="none">
                        <a:solidFill>
                          <a:srgbClr val="ffffff"/>
                        </a:solidFill>
                        <a:effectLst/>
                        <a:uFillTx/>
                        <a:latin typeface="Arial"/>
                      </a:endParaRPr>
                    </a:p>
                  </a:txBody>
                  <a:tcPr anchor="ctr" marL="0" marR="0" marT="0" marB="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noFill/>
                  </a:tcPr>
                </a:tc>
                <a:tc>
                  <a:txBody>
                    <a:bodyPr lIns="0" rIns="0" tIns="0" bIns="0" anchor="ctr">
                      <a:noAutofit/>
                    </a:bodyPr>
                    <a:p>
                      <a:pPr algn="ctr">
                        <a:lnSpc>
                          <a:spcPct val="100000"/>
                        </a:lnSpc>
                        <a:tabLst>
                          <a:tab algn="l" pos="0"/>
                        </a:tabLst>
                      </a:pPr>
                      <a:r>
                        <a:rPr b="0" lang="en" sz="1000" strike="noStrike" u="none">
                          <a:solidFill>
                            <a:schemeClr val="dk1"/>
                          </a:solidFill>
                          <a:effectLst/>
                          <a:uFillTx/>
                          <a:latin typeface="Albert Sans"/>
                          <a:ea typeface="Albert Sans"/>
                        </a:rPr>
                        <a:t>$90,000</a:t>
                      </a:r>
                      <a:endParaRPr b="0" lang="es-ES" sz="1000" strike="noStrike" u="none">
                        <a:solidFill>
                          <a:srgbClr val="ffffff"/>
                        </a:solidFill>
                        <a:effectLst/>
                        <a:uFillTx/>
                        <a:latin typeface="Arial"/>
                      </a:endParaRPr>
                    </a:p>
                  </a:txBody>
                  <a:tcPr anchor="ctr" marL="0" marR="0" marT="0" marB="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noFill/>
                  </a:tcPr>
                </a:tc>
                <a:tc>
                  <a:txBody>
                    <a:bodyPr lIns="0" rIns="0" tIns="0" bIns="0" anchor="ctr">
                      <a:noAutofit/>
                    </a:bodyPr>
                    <a:p>
                      <a:pPr algn="ctr">
                        <a:lnSpc>
                          <a:spcPct val="100000"/>
                        </a:lnSpc>
                        <a:tabLst>
                          <a:tab algn="l" pos="0"/>
                        </a:tabLst>
                      </a:pPr>
                      <a:r>
                        <a:rPr b="0" lang="en" sz="1000" strike="noStrike" u="none">
                          <a:solidFill>
                            <a:schemeClr val="dk1"/>
                          </a:solidFill>
                          <a:effectLst/>
                          <a:uFillTx/>
                          <a:latin typeface="Albert Sans"/>
                          <a:ea typeface="Albert Sans"/>
                        </a:rPr>
                        <a:t>$275,000</a:t>
                      </a:r>
                      <a:endParaRPr b="0" lang="es-ES" sz="1000" strike="noStrike" u="none">
                        <a:solidFill>
                          <a:srgbClr val="ffffff"/>
                        </a:solidFill>
                        <a:effectLst/>
                        <a:uFillTx/>
                        <a:latin typeface="Arial"/>
                      </a:endParaRPr>
                    </a:p>
                  </a:txBody>
                  <a:tcPr anchor="ctr" marL="0" marR="0" marT="0" marB="0">
                    <a:lnL w="9360">
                      <a:solidFill>
                        <a:srgbClr val="ffffff"/>
                      </a:solidFill>
                      <a:prstDash val="solid"/>
                    </a:lnL>
                    <a:lnR w="9360">
                      <a:noFill/>
                      <a:prstDash val="solid"/>
                    </a:lnR>
                    <a:lnT w="9360">
                      <a:solidFill>
                        <a:srgbClr val="ffffff"/>
                      </a:solidFill>
                      <a:prstDash val="solid"/>
                    </a:lnT>
                    <a:lnB w="9360">
                      <a:solidFill>
                        <a:srgbClr val="ffffff"/>
                      </a:solidFill>
                      <a:prstDash val="solid"/>
                    </a:lnB>
                    <a:noFill/>
                  </a:tcPr>
                </a:tc>
              </a:tr>
              <a:tr h="276840">
                <a:tc>
                  <a:txBody>
                    <a:bodyPr lIns="91080" rIns="91080" tIns="0" bIns="0" anchor="ctr">
                      <a:noAutofit/>
                    </a:bodyPr>
                    <a:p>
                      <a:pPr>
                        <a:lnSpc>
                          <a:spcPct val="100000"/>
                        </a:lnSpc>
                        <a:tabLst>
                          <a:tab algn="l" pos="0"/>
                        </a:tabLst>
                      </a:pPr>
                      <a:r>
                        <a:rPr b="0" lang="en" sz="1000" strike="noStrike" u="none">
                          <a:solidFill>
                            <a:schemeClr val="dk1"/>
                          </a:solidFill>
                          <a:effectLst/>
                          <a:uFillTx/>
                          <a:latin typeface="Albert Sans"/>
                          <a:ea typeface="Albert Sans"/>
                        </a:rPr>
                        <a:t>Product development</a:t>
                      </a:r>
                      <a:endParaRPr b="0" lang="es-ES" sz="1000" strike="noStrike" u="none">
                        <a:solidFill>
                          <a:srgbClr val="ffffff"/>
                        </a:solidFill>
                        <a:effectLst/>
                        <a:uFillTx/>
                        <a:latin typeface="Arial"/>
                      </a:endParaRPr>
                    </a:p>
                  </a:txBody>
                  <a:tcPr anchor="ctr" marL="91080" marR="91080" marT="0" marB="0">
                    <a:lnL w="9360">
                      <a:noFill/>
                      <a:prstDash val="solid"/>
                    </a:lnL>
                    <a:lnR w="9360">
                      <a:solidFill>
                        <a:srgbClr val="ffffff"/>
                      </a:solidFill>
                      <a:prstDash val="solid"/>
                    </a:lnR>
                    <a:lnT w="9360">
                      <a:solidFill>
                        <a:srgbClr val="ffffff"/>
                      </a:solidFill>
                      <a:prstDash val="solid"/>
                    </a:lnT>
                    <a:lnB w="9360">
                      <a:solidFill>
                        <a:srgbClr val="ffffff"/>
                      </a:solidFill>
                      <a:prstDash val="solid"/>
                    </a:lnB>
                    <a:noFill/>
                  </a:tcPr>
                </a:tc>
                <a:tc>
                  <a:txBody>
                    <a:bodyPr lIns="0" rIns="0" tIns="0" bIns="0" anchor="ctr">
                      <a:noAutofit/>
                    </a:bodyPr>
                    <a:p>
                      <a:pPr algn="ctr">
                        <a:lnSpc>
                          <a:spcPct val="100000"/>
                        </a:lnSpc>
                        <a:tabLst>
                          <a:tab algn="l" pos="0"/>
                        </a:tabLst>
                      </a:pPr>
                      <a:r>
                        <a:rPr b="0" lang="en" sz="1000" strike="noStrike" u="none">
                          <a:solidFill>
                            <a:schemeClr val="dk1"/>
                          </a:solidFill>
                          <a:effectLst/>
                          <a:uFillTx/>
                          <a:latin typeface="Albert Sans"/>
                          <a:ea typeface="Albert Sans"/>
                        </a:rPr>
                        <a:t>$20,000</a:t>
                      </a:r>
                      <a:endParaRPr b="0" lang="es-ES" sz="1000" strike="noStrike" u="none">
                        <a:solidFill>
                          <a:srgbClr val="ffffff"/>
                        </a:solidFill>
                        <a:effectLst/>
                        <a:uFillTx/>
                        <a:latin typeface="Arial"/>
                      </a:endParaRPr>
                    </a:p>
                  </a:txBody>
                  <a:tcPr anchor="ctr" marL="0" marR="0" marT="0" marB="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noFill/>
                  </a:tcPr>
                </a:tc>
                <a:tc>
                  <a:txBody>
                    <a:bodyPr lIns="0" rIns="0" tIns="0" bIns="0" anchor="ctr">
                      <a:noAutofit/>
                    </a:bodyPr>
                    <a:p>
                      <a:pPr algn="ctr">
                        <a:lnSpc>
                          <a:spcPct val="100000"/>
                        </a:lnSpc>
                        <a:tabLst>
                          <a:tab algn="l" pos="0"/>
                        </a:tabLst>
                      </a:pPr>
                      <a:r>
                        <a:rPr b="0" lang="en" sz="1000" strike="noStrike" u="none">
                          <a:solidFill>
                            <a:schemeClr val="dk1"/>
                          </a:solidFill>
                          <a:effectLst/>
                          <a:uFillTx/>
                          <a:latin typeface="Albert Sans"/>
                          <a:ea typeface="Albert Sans"/>
                        </a:rPr>
                        <a:t>$24,000</a:t>
                      </a:r>
                      <a:endParaRPr b="0" lang="es-ES" sz="1000" strike="noStrike" u="none">
                        <a:solidFill>
                          <a:srgbClr val="ffffff"/>
                        </a:solidFill>
                        <a:effectLst/>
                        <a:uFillTx/>
                        <a:latin typeface="Arial"/>
                      </a:endParaRPr>
                    </a:p>
                  </a:txBody>
                  <a:tcPr anchor="ctr" marL="0" marR="0" marT="0" marB="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noFill/>
                  </a:tcPr>
                </a:tc>
                <a:tc>
                  <a:txBody>
                    <a:bodyPr lIns="0" rIns="0" tIns="0" bIns="0" anchor="ctr">
                      <a:noAutofit/>
                    </a:bodyPr>
                    <a:p>
                      <a:pPr algn="ctr">
                        <a:lnSpc>
                          <a:spcPct val="100000"/>
                        </a:lnSpc>
                        <a:tabLst>
                          <a:tab algn="l" pos="0"/>
                        </a:tabLst>
                      </a:pPr>
                      <a:r>
                        <a:rPr b="0" lang="en" sz="1000" strike="noStrike" u="none">
                          <a:solidFill>
                            <a:schemeClr val="dk1"/>
                          </a:solidFill>
                          <a:effectLst/>
                          <a:uFillTx/>
                          <a:latin typeface="Albert Sans"/>
                          <a:ea typeface="Albert Sans"/>
                        </a:rPr>
                        <a:t>$30,000</a:t>
                      </a:r>
                      <a:endParaRPr b="0" lang="es-ES" sz="1000" strike="noStrike" u="none">
                        <a:solidFill>
                          <a:srgbClr val="ffffff"/>
                        </a:solidFill>
                        <a:effectLst/>
                        <a:uFillTx/>
                        <a:latin typeface="Arial"/>
                      </a:endParaRPr>
                    </a:p>
                  </a:txBody>
                  <a:tcPr anchor="ctr" marL="0" marR="0" marT="0" marB="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noFill/>
                  </a:tcPr>
                </a:tc>
                <a:tc>
                  <a:txBody>
                    <a:bodyPr lIns="0" rIns="0" tIns="0" bIns="0" anchor="ctr">
                      <a:noAutofit/>
                    </a:bodyPr>
                    <a:p>
                      <a:pPr algn="ctr">
                        <a:lnSpc>
                          <a:spcPct val="100000"/>
                        </a:lnSpc>
                        <a:tabLst>
                          <a:tab algn="l" pos="0"/>
                        </a:tabLst>
                      </a:pPr>
                      <a:r>
                        <a:rPr b="0" lang="en" sz="1000" strike="noStrike" u="none">
                          <a:solidFill>
                            <a:schemeClr val="dk1"/>
                          </a:solidFill>
                          <a:effectLst/>
                          <a:uFillTx/>
                          <a:latin typeface="Albert Sans"/>
                          <a:ea typeface="Albert Sans"/>
                        </a:rPr>
                        <a:t>$36,000</a:t>
                      </a:r>
                      <a:endParaRPr b="0" lang="es-ES" sz="1000" strike="noStrike" u="none">
                        <a:solidFill>
                          <a:srgbClr val="ffffff"/>
                        </a:solidFill>
                        <a:effectLst/>
                        <a:uFillTx/>
                        <a:latin typeface="Arial"/>
                      </a:endParaRPr>
                    </a:p>
                  </a:txBody>
                  <a:tcPr anchor="ctr" marL="0" marR="0" marT="0" marB="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noFill/>
                  </a:tcPr>
                </a:tc>
                <a:tc>
                  <a:txBody>
                    <a:bodyPr lIns="0" rIns="0" tIns="0" bIns="0" anchor="ctr">
                      <a:noAutofit/>
                    </a:bodyPr>
                    <a:p>
                      <a:pPr algn="ctr">
                        <a:lnSpc>
                          <a:spcPct val="100000"/>
                        </a:lnSpc>
                        <a:tabLst>
                          <a:tab algn="l" pos="0"/>
                        </a:tabLst>
                      </a:pPr>
                      <a:r>
                        <a:rPr b="0" lang="en" sz="1000" strike="noStrike" u="none">
                          <a:solidFill>
                            <a:schemeClr val="dk1"/>
                          </a:solidFill>
                          <a:effectLst/>
                          <a:uFillTx/>
                          <a:latin typeface="Albert Sans"/>
                          <a:ea typeface="Albert Sans"/>
                        </a:rPr>
                        <a:t>$110,000</a:t>
                      </a:r>
                      <a:endParaRPr b="0" lang="es-ES" sz="1000" strike="noStrike" u="none">
                        <a:solidFill>
                          <a:srgbClr val="ffffff"/>
                        </a:solidFill>
                        <a:effectLst/>
                        <a:uFillTx/>
                        <a:latin typeface="Arial"/>
                      </a:endParaRPr>
                    </a:p>
                  </a:txBody>
                  <a:tcPr anchor="ctr" marL="0" marR="0" marT="0" marB="0">
                    <a:lnL w="9360">
                      <a:solidFill>
                        <a:srgbClr val="ffffff"/>
                      </a:solidFill>
                      <a:prstDash val="solid"/>
                    </a:lnL>
                    <a:lnR w="9360">
                      <a:noFill/>
                      <a:prstDash val="solid"/>
                    </a:lnR>
                    <a:lnT w="9360">
                      <a:solidFill>
                        <a:srgbClr val="ffffff"/>
                      </a:solidFill>
                      <a:prstDash val="solid"/>
                    </a:lnT>
                    <a:lnB w="9360">
                      <a:solidFill>
                        <a:srgbClr val="ffffff"/>
                      </a:solidFill>
                      <a:prstDash val="solid"/>
                    </a:lnB>
                    <a:noFill/>
                  </a:tcPr>
                </a:tc>
              </a:tr>
              <a:tr h="276840">
                <a:tc>
                  <a:txBody>
                    <a:bodyPr lIns="91080" rIns="91080" tIns="0" bIns="0" anchor="ctr">
                      <a:noAutofit/>
                    </a:bodyPr>
                    <a:p>
                      <a:pPr>
                        <a:lnSpc>
                          <a:spcPct val="100000"/>
                        </a:lnSpc>
                        <a:tabLst>
                          <a:tab algn="l" pos="0"/>
                        </a:tabLst>
                      </a:pPr>
                      <a:r>
                        <a:rPr b="0" lang="en" sz="1000" strike="noStrike" u="none">
                          <a:solidFill>
                            <a:schemeClr val="dk1"/>
                          </a:solidFill>
                          <a:effectLst/>
                          <a:uFillTx/>
                          <a:latin typeface="Albert Sans"/>
                          <a:ea typeface="Albert Sans"/>
                        </a:rPr>
                        <a:t>Talent acquisition</a:t>
                      </a:r>
                      <a:endParaRPr b="0" lang="es-ES" sz="1000" strike="noStrike" u="none">
                        <a:solidFill>
                          <a:srgbClr val="ffffff"/>
                        </a:solidFill>
                        <a:effectLst/>
                        <a:uFillTx/>
                        <a:latin typeface="Arial"/>
                      </a:endParaRPr>
                    </a:p>
                  </a:txBody>
                  <a:tcPr anchor="ctr" marL="91080" marR="91080" marT="0" marB="0">
                    <a:lnL w="9360">
                      <a:noFill/>
                      <a:prstDash val="solid"/>
                    </a:lnL>
                    <a:lnR w="9360">
                      <a:solidFill>
                        <a:srgbClr val="ffffff"/>
                      </a:solidFill>
                      <a:prstDash val="solid"/>
                    </a:lnR>
                    <a:lnT w="9360">
                      <a:solidFill>
                        <a:srgbClr val="ffffff"/>
                      </a:solidFill>
                      <a:prstDash val="solid"/>
                    </a:lnT>
                    <a:lnB w="9360">
                      <a:solidFill>
                        <a:srgbClr val="ffffff"/>
                      </a:solidFill>
                      <a:prstDash val="solid"/>
                    </a:lnB>
                    <a:noFill/>
                  </a:tcPr>
                </a:tc>
                <a:tc>
                  <a:txBody>
                    <a:bodyPr lIns="0" rIns="0" tIns="0" bIns="0" anchor="ctr">
                      <a:noAutofit/>
                    </a:bodyPr>
                    <a:p>
                      <a:pPr algn="ctr">
                        <a:lnSpc>
                          <a:spcPct val="100000"/>
                        </a:lnSpc>
                        <a:tabLst>
                          <a:tab algn="l" pos="0"/>
                        </a:tabLst>
                      </a:pPr>
                      <a:r>
                        <a:rPr b="0" lang="en" sz="1000" strike="noStrike" u="none">
                          <a:solidFill>
                            <a:schemeClr val="dk1"/>
                          </a:solidFill>
                          <a:effectLst/>
                          <a:uFillTx/>
                          <a:latin typeface="Albert Sans"/>
                          <a:ea typeface="Albert Sans"/>
                        </a:rPr>
                        <a:t>$15,000</a:t>
                      </a:r>
                      <a:endParaRPr b="0" lang="es-ES" sz="1000" strike="noStrike" u="none">
                        <a:solidFill>
                          <a:srgbClr val="ffffff"/>
                        </a:solidFill>
                        <a:effectLst/>
                        <a:uFillTx/>
                        <a:latin typeface="Arial"/>
                      </a:endParaRPr>
                    </a:p>
                  </a:txBody>
                  <a:tcPr anchor="ctr" marL="0" marR="0" marT="0" marB="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noFill/>
                  </a:tcPr>
                </a:tc>
                <a:tc>
                  <a:txBody>
                    <a:bodyPr lIns="0" rIns="0" tIns="0" bIns="0" anchor="ctr">
                      <a:noAutofit/>
                    </a:bodyPr>
                    <a:p>
                      <a:pPr algn="ctr">
                        <a:lnSpc>
                          <a:spcPct val="100000"/>
                        </a:lnSpc>
                        <a:tabLst>
                          <a:tab algn="l" pos="0"/>
                        </a:tabLst>
                      </a:pPr>
                      <a:r>
                        <a:rPr b="0" lang="en" sz="1000" strike="noStrike" u="none">
                          <a:solidFill>
                            <a:schemeClr val="dk1"/>
                          </a:solidFill>
                          <a:effectLst/>
                          <a:uFillTx/>
                          <a:latin typeface="Albert Sans"/>
                          <a:ea typeface="Albert Sans"/>
                        </a:rPr>
                        <a:t>$18,000</a:t>
                      </a:r>
                      <a:endParaRPr b="0" lang="es-ES" sz="1000" strike="noStrike" u="none">
                        <a:solidFill>
                          <a:srgbClr val="ffffff"/>
                        </a:solidFill>
                        <a:effectLst/>
                        <a:uFillTx/>
                        <a:latin typeface="Arial"/>
                      </a:endParaRPr>
                    </a:p>
                  </a:txBody>
                  <a:tcPr anchor="ctr" marL="0" marR="0" marT="0" marB="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noFill/>
                  </a:tcPr>
                </a:tc>
                <a:tc>
                  <a:txBody>
                    <a:bodyPr lIns="0" rIns="0" tIns="0" bIns="0" anchor="ctr">
                      <a:noAutofit/>
                    </a:bodyPr>
                    <a:p>
                      <a:pPr algn="ctr">
                        <a:lnSpc>
                          <a:spcPct val="100000"/>
                        </a:lnSpc>
                        <a:tabLst>
                          <a:tab algn="l" pos="0"/>
                        </a:tabLst>
                      </a:pPr>
                      <a:r>
                        <a:rPr b="0" lang="en" sz="1000" strike="noStrike" u="none">
                          <a:solidFill>
                            <a:schemeClr val="dk1"/>
                          </a:solidFill>
                          <a:effectLst/>
                          <a:uFillTx/>
                          <a:latin typeface="Albert Sans"/>
                          <a:ea typeface="Albert Sans"/>
                        </a:rPr>
                        <a:t>$20,000</a:t>
                      </a:r>
                      <a:endParaRPr b="0" lang="es-ES" sz="1000" strike="noStrike" u="none">
                        <a:solidFill>
                          <a:srgbClr val="ffffff"/>
                        </a:solidFill>
                        <a:effectLst/>
                        <a:uFillTx/>
                        <a:latin typeface="Arial"/>
                      </a:endParaRPr>
                    </a:p>
                  </a:txBody>
                  <a:tcPr anchor="ctr" marL="0" marR="0" marT="0" marB="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noFill/>
                  </a:tcPr>
                </a:tc>
                <a:tc>
                  <a:txBody>
                    <a:bodyPr lIns="0" rIns="0" tIns="0" bIns="0" anchor="ctr">
                      <a:noAutofit/>
                    </a:bodyPr>
                    <a:p>
                      <a:pPr algn="ctr">
                        <a:lnSpc>
                          <a:spcPct val="100000"/>
                        </a:lnSpc>
                        <a:tabLst>
                          <a:tab algn="l" pos="0"/>
                        </a:tabLst>
                      </a:pPr>
                      <a:r>
                        <a:rPr b="0" lang="en" sz="1000" strike="noStrike" u="none">
                          <a:solidFill>
                            <a:schemeClr val="dk1"/>
                          </a:solidFill>
                          <a:effectLst/>
                          <a:uFillTx/>
                          <a:latin typeface="Albert Sans"/>
                          <a:ea typeface="Albert Sans"/>
                        </a:rPr>
                        <a:t>$24,000</a:t>
                      </a:r>
                      <a:endParaRPr b="0" lang="es-ES" sz="1000" strike="noStrike" u="none">
                        <a:solidFill>
                          <a:srgbClr val="ffffff"/>
                        </a:solidFill>
                        <a:effectLst/>
                        <a:uFillTx/>
                        <a:latin typeface="Arial"/>
                      </a:endParaRPr>
                    </a:p>
                  </a:txBody>
                  <a:tcPr anchor="ctr" marL="0" marR="0" marT="0" marB="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noFill/>
                  </a:tcPr>
                </a:tc>
                <a:tc>
                  <a:txBody>
                    <a:bodyPr lIns="0" rIns="0" tIns="0" bIns="0" anchor="ctr">
                      <a:noAutofit/>
                    </a:bodyPr>
                    <a:p>
                      <a:pPr algn="ctr">
                        <a:lnSpc>
                          <a:spcPct val="100000"/>
                        </a:lnSpc>
                        <a:tabLst>
                          <a:tab algn="l" pos="0"/>
                        </a:tabLst>
                      </a:pPr>
                      <a:r>
                        <a:rPr b="0" lang="en" sz="1000" strike="noStrike" u="none">
                          <a:solidFill>
                            <a:schemeClr val="dk1"/>
                          </a:solidFill>
                          <a:effectLst/>
                          <a:uFillTx/>
                          <a:latin typeface="Albert Sans"/>
                          <a:ea typeface="Albert Sans"/>
                        </a:rPr>
                        <a:t>$77,000</a:t>
                      </a:r>
                      <a:endParaRPr b="0" lang="es-ES" sz="1000" strike="noStrike" u="none">
                        <a:solidFill>
                          <a:srgbClr val="ffffff"/>
                        </a:solidFill>
                        <a:effectLst/>
                        <a:uFillTx/>
                        <a:latin typeface="Arial"/>
                      </a:endParaRPr>
                    </a:p>
                  </a:txBody>
                  <a:tcPr anchor="ctr" marL="0" marR="0" marT="0" marB="0">
                    <a:lnL w="9360">
                      <a:solidFill>
                        <a:srgbClr val="ffffff"/>
                      </a:solidFill>
                      <a:prstDash val="solid"/>
                    </a:lnL>
                    <a:lnR w="9360">
                      <a:noFill/>
                      <a:prstDash val="solid"/>
                    </a:lnR>
                    <a:lnT w="9360">
                      <a:solidFill>
                        <a:srgbClr val="ffffff"/>
                      </a:solidFill>
                      <a:prstDash val="solid"/>
                    </a:lnT>
                    <a:lnB w="9360">
                      <a:solidFill>
                        <a:srgbClr val="ffffff"/>
                      </a:solidFill>
                      <a:prstDash val="solid"/>
                    </a:lnB>
                    <a:noFill/>
                  </a:tcPr>
                </a:tc>
              </a:tr>
              <a:tr h="276840">
                <a:tc>
                  <a:txBody>
                    <a:bodyPr lIns="91080" rIns="91080" tIns="0" bIns="0" anchor="ctr">
                      <a:noAutofit/>
                    </a:bodyPr>
                    <a:p>
                      <a:pPr>
                        <a:lnSpc>
                          <a:spcPct val="100000"/>
                        </a:lnSpc>
                        <a:tabLst>
                          <a:tab algn="l" pos="0"/>
                        </a:tabLst>
                      </a:pPr>
                      <a:r>
                        <a:rPr b="0" lang="en" sz="1000" strike="noStrike" u="none">
                          <a:solidFill>
                            <a:schemeClr val="dk1"/>
                          </a:solidFill>
                          <a:effectLst/>
                          <a:uFillTx/>
                          <a:latin typeface="Albert Sans"/>
                          <a:ea typeface="Albert Sans"/>
                        </a:rPr>
                        <a:t>Marketing</a:t>
                      </a:r>
                      <a:endParaRPr b="0" lang="es-ES" sz="1000" strike="noStrike" u="none">
                        <a:solidFill>
                          <a:srgbClr val="ffffff"/>
                        </a:solidFill>
                        <a:effectLst/>
                        <a:uFillTx/>
                        <a:latin typeface="Arial"/>
                      </a:endParaRPr>
                    </a:p>
                  </a:txBody>
                  <a:tcPr anchor="ctr" marL="91080" marR="91080" marT="0" marB="0">
                    <a:lnL w="9360">
                      <a:noFill/>
                      <a:prstDash val="solid"/>
                    </a:lnL>
                    <a:lnR w="9360">
                      <a:solidFill>
                        <a:srgbClr val="ffffff"/>
                      </a:solidFill>
                      <a:prstDash val="solid"/>
                    </a:lnR>
                    <a:lnT w="9360">
                      <a:solidFill>
                        <a:srgbClr val="ffffff"/>
                      </a:solidFill>
                      <a:prstDash val="solid"/>
                    </a:lnT>
                    <a:lnB w="9360">
                      <a:noFill/>
                      <a:prstDash val="solid"/>
                    </a:lnB>
                    <a:noFill/>
                  </a:tcPr>
                </a:tc>
                <a:tc>
                  <a:txBody>
                    <a:bodyPr lIns="0" rIns="0" tIns="0" bIns="0" anchor="ctr">
                      <a:noAutofit/>
                    </a:bodyPr>
                    <a:p>
                      <a:pPr algn="ctr">
                        <a:lnSpc>
                          <a:spcPct val="100000"/>
                        </a:lnSpc>
                        <a:tabLst>
                          <a:tab algn="l" pos="0"/>
                        </a:tabLst>
                      </a:pPr>
                      <a:r>
                        <a:rPr b="0" lang="en" sz="1000" strike="noStrike" u="none">
                          <a:solidFill>
                            <a:schemeClr val="dk1"/>
                          </a:solidFill>
                          <a:effectLst/>
                          <a:uFillTx/>
                          <a:latin typeface="Albert Sans"/>
                          <a:ea typeface="Albert Sans"/>
                        </a:rPr>
                        <a:t>$7,000</a:t>
                      </a:r>
                      <a:endParaRPr b="0" lang="es-ES" sz="1000" strike="noStrike" u="none">
                        <a:solidFill>
                          <a:srgbClr val="ffffff"/>
                        </a:solidFill>
                        <a:effectLst/>
                        <a:uFillTx/>
                        <a:latin typeface="Arial"/>
                      </a:endParaRPr>
                    </a:p>
                  </a:txBody>
                  <a:tcPr anchor="ctr" marL="0" marR="0" marT="0" marB="0">
                    <a:lnL w="9360">
                      <a:solidFill>
                        <a:srgbClr val="ffffff"/>
                      </a:solidFill>
                      <a:prstDash val="solid"/>
                    </a:lnL>
                    <a:lnR w="9360">
                      <a:solidFill>
                        <a:srgbClr val="ffffff"/>
                      </a:solidFill>
                      <a:prstDash val="solid"/>
                    </a:lnR>
                    <a:lnT w="9360">
                      <a:solidFill>
                        <a:srgbClr val="ffffff"/>
                      </a:solidFill>
                      <a:prstDash val="solid"/>
                    </a:lnT>
                    <a:lnB w="9360">
                      <a:noFill/>
                      <a:prstDash val="solid"/>
                    </a:lnB>
                    <a:noFill/>
                  </a:tcPr>
                </a:tc>
                <a:tc>
                  <a:txBody>
                    <a:bodyPr lIns="0" rIns="0" tIns="0" bIns="0" anchor="ctr">
                      <a:noAutofit/>
                    </a:bodyPr>
                    <a:p>
                      <a:pPr algn="ctr">
                        <a:lnSpc>
                          <a:spcPct val="100000"/>
                        </a:lnSpc>
                        <a:tabLst>
                          <a:tab algn="l" pos="0"/>
                        </a:tabLst>
                      </a:pPr>
                      <a:r>
                        <a:rPr b="0" lang="en" sz="1000" strike="noStrike" u="none">
                          <a:solidFill>
                            <a:schemeClr val="dk1"/>
                          </a:solidFill>
                          <a:effectLst/>
                          <a:uFillTx/>
                          <a:latin typeface="Albert Sans"/>
                          <a:ea typeface="Albert Sans"/>
                        </a:rPr>
                        <a:t>$8,000</a:t>
                      </a:r>
                      <a:endParaRPr b="0" lang="es-ES" sz="1000" strike="noStrike" u="none">
                        <a:solidFill>
                          <a:srgbClr val="ffffff"/>
                        </a:solidFill>
                        <a:effectLst/>
                        <a:uFillTx/>
                        <a:latin typeface="Arial"/>
                      </a:endParaRPr>
                    </a:p>
                  </a:txBody>
                  <a:tcPr anchor="ctr" marL="0" marR="0" marT="0" marB="0">
                    <a:lnL w="9360">
                      <a:solidFill>
                        <a:srgbClr val="ffffff"/>
                      </a:solidFill>
                      <a:prstDash val="solid"/>
                    </a:lnL>
                    <a:lnR w="9360">
                      <a:solidFill>
                        <a:srgbClr val="ffffff"/>
                      </a:solidFill>
                      <a:prstDash val="solid"/>
                    </a:lnR>
                    <a:lnT w="9360">
                      <a:solidFill>
                        <a:srgbClr val="ffffff"/>
                      </a:solidFill>
                      <a:prstDash val="solid"/>
                    </a:lnT>
                    <a:lnB w="9360">
                      <a:noFill/>
                      <a:prstDash val="solid"/>
                    </a:lnB>
                    <a:noFill/>
                  </a:tcPr>
                </a:tc>
                <a:tc>
                  <a:txBody>
                    <a:bodyPr lIns="0" rIns="0" tIns="0" bIns="0" anchor="ctr">
                      <a:noAutofit/>
                    </a:bodyPr>
                    <a:p>
                      <a:pPr algn="ctr">
                        <a:lnSpc>
                          <a:spcPct val="100000"/>
                        </a:lnSpc>
                        <a:tabLst>
                          <a:tab algn="l" pos="0"/>
                        </a:tabLst>
                      </a:pPr>
                      <a:r>
                        <a:rPr b="0" lang="en" sz="1000" strike="noStrike" u="none">
                          <a:solidFill>
                            <a:schemeClr val="dk1"/>
                          </a:solidFill>
                          <a:effectLst/>
                          <a:uFillTx/>
                          <a:latin typeface="Albert Sans"/>
                          <a:ea typeface="Albert Sans"/>
                        </a:rPr>
                        <a:t>$9,000</a:t>
                      </a:r>
                      <a:endParaRPr b="0" lang="es-ES" sz="1000" strike="noStrike" u="none">
                        <a:solidFill>
                          <a:srgbClr val="ffffff"/>
                        </a:solidFill>
                        <a:effectLst/>
                        <a:uFillTx/>
                        <a:latin typeface="Arial"/>
                      </a:endParaRPr>
                    </a:p>
                  </a:txBody>
                  <a:tcPr anchor="ctr" marL="0" marR="0" marT="0" marB="0">
                    <a:lnL w="9360">
                      <a:solidFill>
                        <a:srgbClr val="ffffff"/>
                      </a:solidFill>
                      <a:prstDash val="solid"/>
                    </a:lnL>
                    <a:lnR w="9360">
                      <a:solidFill>
                        <a:srgbClr val="ffffff"/>
                      </a:solidFill>
                      <a:prstDash val="solid"/>
                    </a:lnR>
                    <a:lnT w="9360">
                      <a:solidFill>
                        <a:srgbClr val="ffffff"/>
                      </a:solidFill>
                      <a:prstDash val="solid"/>
                    </a:lnT>
                    <a:lnB w="9360">
                      <a:noFill/>
                      <a:prstDash val="solid"/>
                    </a:lnB>
                    <a:noFill/>
                  </a:tcPr>
                </a:tc>
                <a:tc>
                  <a:txBody>
                    <a:bodyPr lIns="0" rIns="0" tIns="0" bIns="0" anchor="ctr">
                      <a:noAutofit/>
                    </a:bodyPr>
                    <a:p>
                      <a:pPr algn="ctr">
                        <a:lnSpc>
                          <a:spcPct val="100000"/>
                        </a:lnSpc>
                        <a:tabLst>
                          <a:tab algn="l" pos="0"/>
                        </a:tabLst>
                      </a:pPr>
                      <a:r>
                        <a:rPr b="0" lang="en" sz="1000" strike="noStrike" u="none">
                          <a:solidFill>
                            <a:schemeClr val="dk1"/>
                          </a:solidFill>
                          <a:effectLst/>
                          <a:uFillTx/>
                          <a:latin typeface="Albert Sans"/>
                          <a:ea typeface="Albert Sans"/>
                        </a:rPr>
                        <a:t>$10,000</a:t>
                      </a:r>
                      <a:endParaRPr b="0" lang="es-ES" sz="1000" strike="noStrike" u="none">
                        <a:solidFill>
                          <a:srgbClr val="ffffff"/>
                        </a:solidFill>
                        <a:effectLst/>
                        <a:uFillTx/>
                        <a:latin typeface="Arial"/>
                      </a:endParaRPr>
                    </a:p>
                  </a:txBody>
                  <a:tcPr anchor="ctr" marL="0" marR="0" marT="0" marB="0">
                    <a:lnL w="9360">
                      <a:solidFill>
                        <a:srgbClr val="ffffff"/>
                      </a:solidFill>
                      <a:prstDash val="solid"/>
                    </a:lnL>
                    <a:lnR w="9360">
                      <a:solidFill>
                        <a:srgbClr val="ffffff"/>
                      </a:solidFill>
                      <a:prstDash val="solid"/>
                    </a:lnR>
                    <a:lnT w="9360">
                      <a:solidFill>
                        <a:srgbClr val="ffffff"/>
                      </a:solidFill>
                      <a:prstDash val="solid"/>
                    </a:lnT>
                    <a:lnB w="9360">
                      <a:noFill/>
                      <a:prstDash val="solid"/>
                    </a:lnB>
                    <a:noFill/>
                  </a:tcPr>
                </a:tc>
                <a:tc>
                  <a:txBody>
                    <a:bodyPr lIns="0" rIns="0" tIns="0" bIns="0" anchor="ctr">
                      <a:noAutofit/>
                    </a:bodyPr>
                    <a:p>
                      <a:pPr algn="ctr">
                        <a:lnSpc>
                          <a:spcPct val="100000"/>
                        </a:lnSpc>
                        <a:tabLst>
                          <a:tab algn="l" pos="0"/>
                        </a:tabLst>
                      </a:pPr>
                      <a:r>
                        <a:rPr b="0" lang="en" sz="1000" strike="noStrike" u="none">
                          <a:solidFill>
                            <a:schemeClr val="dk1"/>
                          </a:solidFill>
                          <a:effectLst/>
                          <a:uFillTx/>
                          <a:latin typeface="Albert Sans"/>
                          <a:ea typeface="Albert Sans"/>
                        </a:rPr>
                        <a:t>$34,000</a:t>
                      </a:r>
                      <a:endParaRPr b="0" lang="es-ES" sz="1000" strike="noStrike" u="none">
                        <a:solidFill>
                          <a:srgbClr val="ffffff"/>
                        </a:solidFill>
                        <a:effectLst/>
                        <a:uFillTx/>
                        <a:latin typeface="Arial"/>
                      </a:endParaRPr>
                    </a:p>
                  </a:txBody>
                  <a:tcPr anchor="ctr" marL="0" marR="0" marT="0" marB="0">
                    <a:lnL w="9360">
                      <a:solidFill>
                        <a:srgbClr val="ffffff"/>
                      </a:solidFill>
                      <a:prstDash val="solid"/>
                    </a:lnL>
                    <a:lnR w="9360">
                      <a:noFill/>
                      <a:prstDash val="solid"/>
                    </a:lnR>
                    <a:lnT w="9360">
                      <a:solidFill>
                        <a:srgbClr val="ffffff"/>
                      </a:solidFill>
                      <a:prstDash val="solid"/>
                    </a:lnT>
                    <a:lnB w="9360">
                      <a:noFill/>
                      <a:prstDash val="solid"/>
                    </a:lnB>
                    <a:noFill/>
                  </a:tcPr>
                </a:tc>
              </a:tr>
            </a:tbl>
          </a:graphicData>
        </a:graphic>
      </p:graphicFrame>
      <p:sp>
        <p:nvSpPr>
          <p:cNvPr id="127" name="Google Shape;226;p38"/>
          <p:cNvSpPr/>
          <p:nvPr/>
        </p:nvSpPr>
        <p:spPr>
          <a:xfrm>
            <a:off x="720000" y="2787480"/>
            <a:ext cx="4279320" cy="572400"/>
          </a:xfrm>
          <a:prstGeom prst="rect">
            <a:avLst/>
          </a:prstGeom>
          <a:noFill/>
          <a:ln w="0">
            <a:noFill/>
          </a:ln>
        </p:spPr>
        <p:style>
          <a:lnRef idx="0"/>
          <a:fillRef idx="0"/>
          <a:effectRef idx="0"/>
          <a:fontRef idx="minor"/>
        </p:style>
        <p:txBody>
          <a:bodyPr tIns="91440" bIns="91440" anchor="b">
            <a:noAutofit/>
          </a:bodyPr>
          <a:p>
            <a:pPr>
              <a:lnSpc>
                <a:spcPct val="100000"/>
              </a:lnSpc>
              <a:tabLst>
                <a:tab algn="l" pos="0"/>
              </a:tabLst>
            </a:pPr>
            <a:r>
              <a:rPr b="0" lang="en" sz="1600" strike="noStrike" u="none">
                <a:solidFill>
                  <a:schemeClr val="dk1"/>
                </a:solidFill>
                <a:effectLst/>
                <a:uFillTx/>
                <a:latin typeface="Syne SemiBold"/>
                <a:ea typeface="Syne SemiBold"/>
              </a:rPr>
              <a:t>Understanding the numbers</a:t>
            </a:r>
            <a:endParaRPr b="0" lang="es-ES" sz="1600" strike="noStrike" u="none">
              <a:solidFill>
                <a:srgbClr val="ffffff"/>
              </a:solidFill>
              <a:effectLst/>
              <a:uFillTx/>
              <a:latin typeface="Arial"/>
            </a:endParaRPr>
          </a:p>
        </p:txBody>
      </p:sp>
      <p:sp>
        <p:nvSpPr>
          <p:cNvPr id="128" name="Google Shape;227;p38"/>
          <p:cNvSpPr/>
          <p:nvPr/>
        </p:nvSpPr>
        <p:spPr>
          <a:xfrm>
            <a:off x="720000" y="3360240"/>
            <a:ext cx="4279320" cy="933120"/>
          </a:xfrm>
          <a:prstGeom prst="rect">
            <a:avLst/>
          </a:prstGeom>
          <a:noFill/>
          <a:ln w="0">
            <a:noFill/>
          </a:ln>
        </p:spPr>
        <p:style>
          <a:lnRef idx="0"/>
          <a:fillRef idx="0"/>
          <a:effectRef idx="0"/>
          <a:fontRef idx="minor"/>
        </p:style>
        <p:txBody>
          <a:bodyPr tIns="91440" bIns="91440" anchor="t">
            <a:noAutofit/>
          </a:bodyPr>
          <a:p>
            <a:pPr>
              <a:lnSpc>
                <a:spcPct val="100000"/>
              </a:lnSpc>
              <a:tabLst>
                <a:tab algn="l" pos="0"/>
              </a:tabLst>
            </a:pPr>
            <a:r>
              <a:rPr b="0" lang="en" sz="1200" strike="noStrike" u="none">
                <a:solidFill>
                  <a:schemeClr val="dk1"/>
                </a:solidFill>
                <a:effectLst/>
                <a:uFillTx/>
                <a:latin typeface="Albert Sans"/>
                <a:ea typeface="Albert Sans"/>
              </a:rPr>
              <a:t>Incorporating a graph in your business plan allows for the clear visualization and concise representation of data trends and comparisons, making complex information easier to understand</a:t>
            </a:r>
            <a:endParaRPr b="0" lang="es-ES" sz="1200" strike="noStrike" u="none">
              <a:solidFill>
                <a:srgbClr val="ffffff"/>
              </a:solidFill>
              <a:effectLst/>
              <a:uFillTx/>
              <a:latin typeface="Arial"/>
            </a:endParaRPr>
          </a:p>
        </p:txBody>
      </p:sp>
      <p:pic>
        <p:nvPicPr>
          <p:cNvPr id="129" name="Google Shape;228;p38" descr="">
            <a:hlinkClick r:id="rId2"/>
          </p:cNvPr>
          <p:cNvPicPr/>
          <p:nvPr/>
        </p:nvPicPr>
        <p:blipFill>
          <a:blip r:embed="rId3"/>
          <a:stretch/>
        </p:blipFill>
        <p:spPr>
          <a:xfrm>
            <a:off x="5338440" y="2722320"/>
            <a:ext cx="3085200" cy="1636200"/>
          </a:xfrm>
          <a:prstGeom prst="rect">
            <a:avLst/>
          </a:prstGeom>
          <a:noFill/>
          <a:ln w="0">
            <a:noFill/>
          </a:ln>
          <a:effectLst>
            <a:outerShdw dist="101823" dir="2700000" blurRad="380880" rotWithShape="0">
              <a:srgbClr val="000000">
                <a:alpha val="90000"/>
              </a:srgbClr>
            </a:outerShdw>
          </a:effectLst>
        </p:spPr>
      </p:pic>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0" name="PlaceHolder 1"/>
          <p:cNvSpPr>
            <a:spLocks noGrp="1"/>
          </p:cNvSpPr>
          <p:nvPr>
            <p:ph type="title"/>
          </p:nvPr>
        </p:nvSpPr>
        <p:spPr>
          <a:xfrm>
            <a:off x="720000" y="444960"/>
            <a:ext cx="7703640" cy="572400"/>
          </a:xfrm>
          <a:prstGeom prst="rect">
            <a:avLst/>
          </a:prstGeom>
          <a:noFill/>
          <a:ln w="0">
            <a:noFill/>
          </a:ln>
        </p:spPr>
        <p:txBody>
          <a:bodyPr lIns="91440" rIns="91440" tIns="91440" bIns="91440" anchor="t">
            <a:noAutofit/>
          </a:bodyPr>
          <a:p>
            <a:pPr indent="0">
              <a:lnSpc>
                <a:spcPct val="100000"/>
              </a:lnSpc>
              <a:buNone/>
              <a:tabLst>
                <a:tab algn="l" pos="0"/>
              </a:tabLst>
            </a:pPr>
            <a:r>
              <a:rPr b="1" lang="en" sz="2600" strike="noStrike" u="none">
                <a:solidFill>
                  <a:schemeClr val="dk1"/>
                </a:solidFill>
                <a:effectLst/>
                <a:uFillTx/>
                <a:latin typeface="Syne"/>
                <a:ea typeface="Syne"/>
              </a:rPr>
              <a:t>Business plan timeline</a:t>
            </a:r>
            <a:endParaRPr b="0" lang="es-ES" sz="2600" strike="noStrike" u="none">
              <a:solidFill>
                <a:srgbClr val="000000"/>
              </a:solidFill>
              <a:effectLst/>
              <a:uFillTx/>
              <a:latin typeface="Arial"/>
            </a:endParaRPr>
          </a:p>
        </p:txBody>
      </p:sp>
      <p:cxnSp>
        <p:nvCxnSpPr>
          <p:cNvPr id="131" name="Google Shape;234;p39"/>
          <p:cNvCxnSpPr>
            <a:stCxn id="132" idx="0"/>
          </p:cNvCxnSpPr>
          <p:nvPr/>
        </p:nvCxnSpPr>
        <p:spPr>
          <a:xfrm flipV="1">
            <a:off x="1008720" y="1515600"/>
            <a:ext cx="360" cy="1164600"/>
          </a:xfrm>
          <a:prstGeom prst="straightConnector1">
            <a:avLst/>
          </a:prstGeom>
          <a:ln w="9525">
            <a:solidFill>
              <a:srgbClr val="ffffff"/>
            </a:solidFill>
            <a:round/>
          </a:ln>
        </p:spPr>
      </p:cxnSp>
      <p:cxnSp>
        <p:nvCxnSpPr>
          <p:cNvPr id="133" name="Google Shape;236;p39"/>
          <p:cNvCxnSpPr>
            <a:stCxn id="132" idx="3"/>
            <a:endCxn id="134" idx="1"/>
          </p:cNvCxnSpPr>
          <p:nvPr/>
        </p:nvCxnSpPr>
        <p:spPr>
          <a:xfrm>
            <a:off x="1115280" y="2786400"/>
            <a:ext cx="1210320" cy="360"/>
          </a:xfrm>
          <a:prstGeom prst="straightConnector1">
            <a:avLst/>
          </a:prstGeom>
          <a:ln w="9525">
            <a:solidFill>
              <a:srgbClr val="ffffff"/>
            </a:solidFill>
            <a:round/>
          </a:ln>
        </p:spPr>
      </p:cxnSp>
      <p:sp>
        <p:nvSpPr>
          <p:cNvPr id="135" name="Google Shape;238;p39"/>
          <p:cNvSpPr/>
          <p:nvPr/>
        </p:nvSpPr>
        <p:spPr>
          <a:xfrm>
            <a:off x="8017920" y="2679840"/>
            <a:ext cx="213120" cy="213120"/>
          </a:xfrm>
          <a:prstGeom prst="rect">
            <a:avLst/>
          </a:prstGeom>
          <a:noFill/>
          <a:ln w="9525">
            <a:solidFill>
              <a:srgbClr val="ffffff"/>
            </a:solidFill>
            <a:round/>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ffffff"/>
              </a:solidFill>
              <a:effectLst/>
              <a:uFillTx/>
              <a:latin typeface="Arial"/>
            </a:endParaRPr>
          </a:p>
        </p:txBody>
      </p:sp>
      <p:sp>
        <p:nvSpPr>
          <p:cNvPr id="136" name="Google Shape;239;p39"/>
          <p:cNvSpPr/>
          <p:nvPr/>
        </p:nvSpPr>
        <p:spPr>
          <a:xfrm>
            <a:off x="6594840" y="2679840"/>
            <a:ext cx="213120" cy="213120"/>
          </a:xfrm>
          <a:prstGeom prst="rect">
            <a:avLst/>
          </a:prstGeom>
          <a:noFill/>
          <a:ln w="9525">
            <a:solidFill>
              <a:srgbClr val="ffffff"/>
            </a:solidFill>
            <a:round/>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ffffff"/>
              </a:solidFill>
              <a:effectLst/>
              <a:uFillTx/>
              <a:latin typeface="Arial"/>
            </a:endParaRPr>
          </a:p>
        </p:txBody>
      </p:sp>
      <p:sp>
        <p:nvSpPr>
          <p:cNvPr id="137" name="Google Shape;240;p39"/>
          <p:cNvSpPr/>
          <p:nvPr/>
        </p:nvSpPr>
        <p:spPr>
          <a:xfrm>
            <a:off x="5171760" y="2679840"/>
            <a:ext cx="213120" cy="213120"/>
          </a:xfrm>
          <a:prstGeom prst="rect">
            <a:avLst/>
          </a:prstGeom>
          <a:noFill/>
          <a:ln w="9525">
            <a:solidFill>
              <a:srgbClr val="ffffff"/>
            </a:solidFill>
            <a:round/>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ffffff"/>
              </a:solidFill>
              <a:effectLst/>
              <a:uFillTx/>
              <a:latin typeface="Arial"/>
            </a:endParaRPr>
          </a:p>
        </p:txBody>
      </p:sp>
      <p:sp>
        <p:nvSpPr>
          <p:cNvPr id="134" name="Google Shape;237;p39"/>
          <p:cNvSpPr/>
          <p:nvPr/>
        </p:nvSpPr>
        <p:spPr>
          <a:xfrm>
            <a:off x="2325240" y="2679840"/>
            <a:ext cx="213120" cy="213120"/>
          </a:xfrm>
          <a:prstGeom prst="rect">
            <a:avLst/>
          </a:prstGeom>
          <a:noFill/>
          <a:ln w="9525">
            <a:solidFill>
              <a:srgbClr val="ffffff"/>
            </a:solidFill>
            <a:round/>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ffffff"/>
              </a:solidFill>
              <a:effectLst/>
              <a:uFillTx/>
              <a:latin typeface="Arial"/>
            </a:endParaRPr>
          </a:p>
        </p:txBody>
      </p:sp>
      <p:sp>
        <p:nvSpPr>
          <p:cNvPr id="132" name="Google Shape;235;p39"/>
          <p:cNvSpPr/>
          <p:nvPr/>
        </p:nvSpPr>
        <p:spPr>
          <a:xfrm>
            <a:off x="902160" y="2679840"/>
            <a:ext cx="213120" cy="213120"/>
          </a:xfrm>
          <a:prstGeom prst="rect">
            <a:avLst/>
          </a:prstGeom>
          <a:noFill/>
          <a:ln w="9525">
            <a:solidFill>
              <a:srgbClr val="ffffff"/>
            </a:solidFill>
            <a:round/>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ffffff"/>
              </a:solidFill>
              <a:effectLst/>
              <a:uFillTx/>
              <a:latin typeface="Arial"/>
            </a:endParaRPr>
          </a:p>
        </p:txBody>
      </p:sp>
      <p:sp>
        <p:nvSpPr>
          <p:cNvPr id="138" name="Google Shape;241;p39"/>
          <p:cNvSpPr/>
          <p:nvPr/>
        </p:nvSpPr>
        <p:spPr>
          <a:xfrm>
            <a:off x="3748680" y="2679840"/>
            <a:ext cx="213120" cy="213120"/>
          </a:xfrm>
          <a:prstGeom prst="rect">
            <a:avLst/>
          </a:prstGeom>
          <a:noFill/>
          <a:ln w="9525">
            <a:solidFill>
              <a:srgbClr val="ffffff"/>
            </a:solidFill>
            <a:round/>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ffffff"/>
              </a:solidFill>
              <a:effectLst/>
              <a:uFillTx/>
              <a:latin typeface="Arial"/>
            </a:endParaRPr>
          </a:p>
        </p:txBody>
      </p:sp>
      <p:sp>
        <p:nvSpPr>
          <p:cNvPr id="139" name="Google Shape;242;p39"/>
          <p:cNvSpPr/>
          <p:nvPr/>
        </p:nvSpPr>
        <p:spPr>
          <a:xfrm>
            <a:off x="1161360" y="1742400"/>
            <a:ext cx="1477440" cy="642960"/>
          </a:xfrm>
          <a:prstGeom prst="rect">
            <a:avLst/>
          </a:prstGeom>
          <a:noFill/>
          <a:ln w="0">
            <a:noFill/>
          </a:ln>
        </p:spPr>
        <p:style>
          <a:lnRef idx="0"/>
          <a:fillRef idx="0"/>
          <a:effectRef idx="0"/>
          <a:fontRef idx="minor"/>
        </p:style>
        <p:txBody>
          <a:bodyPr tIns="91440" bIns="91440" anchor="t">
            <a:noAutofit/>
          </a:bodyPr>
          <a:p>
            <a:pPr>
              <a:lnSpc>
                <a:spcPct val="100000"/>
              </a:lnSpc>
              <a:tabLst>
                <a:tab algn="l" pos="0"/>
              </a:tabLst>
            </a:pPr>
            <a:r>
              <a:rPr b="0" lang="en" sz="1400" strike="noStrike" u="none">
                <a:solidFill>
                  <a:schemeClr val="dk1"/>
                </a:solidFill>
                <a:effectLst/>
                <a:uFillTx/>
                <a:latin typeface="Albert Sans"/>
                <a:ea typeface="Albert Sans"/>
              </a:rPr>
              <a:t>Mercury is the closest planet</a:t>
            </a:r>
            <a:endParaRPr b="0" lang="es-ES" sz="1400" strike="noStrike" u="none">
              <a:solidFill>
                <a:srgbClr val="ffffff"/>
              </a:solidFill>
              <a:effectLst/>
              <a:uFillTx/>
              <a:latin typeface="Arial"/>
            </a:endParaRPr>
          </a:p>
        </p:txBody>
      </p:sp>
      <p:sp>
        <p:nvSpPr>
          <p:cNvPr id="140" name="Google Shape;243;p39"/>
          <p:cNvSpPr/>
          <p:nvPr/>
        </p:nvSpPr>
        <p:spPr>
          <a:xfrm>
            <a:off x="1161360" y="1515960"/>
            <a:ext cx="1014840" cy="230040"/>
          </a:xfrm>
          <a:prstGeom prst="rect">
            <a:avLst/>
          </a:prstGeom>
          <a:noFill/>
          <a:ln w="0">
            <a:noFill/>
          </a:ln>
        </p:spPr>
        <p:style>
          <a:lnRef idx="0"/>
          <a:fillRef idx="0"/>
          <a:effectRef idx="0"/>
          <a:fontRef idx="minor"/>
        </p:style>
        <p:txBody>
          <a:bodyPr tIns="91440" bIns="91440" anchor="ctr">
            <a:noAutofit/>
          </a:bodyPr>
          <a:p>
            <a:pPr>
              <a:lnSpc>
                <a:spcPct val="100000"/>
              </a:lnSpc>
              <a:tabLst>
                <a:tab algn="l" pos="0"/>
              </a:tabLst>
            </a:pPr>
            <a:r>
              <a:rPr b="0" lang="en" sz="1600" strike="noStrike" u="none">
                <a:solidFill>
                  <a:schemeClr val="dk1"/>
                </a:solidFill>
                <a:effectLst/>
                <a:uFillTx/>
                <a:latin typeface="Syne SemiBold"/>
                <a:ea typeface="Syne SemiBold"/>
              </a:rPr>
              <a:t>Step 01</a:t>
            </a:r>
            <a:endParaRPr b="0" lang="es-ES" sz="1600" strike="noStrike" u="none">
              <a:solidFill>
                <a:srgbClr val="ffffff"/>
              </a:solidFill>
              <a:effectLst/>
              <a:uFillTx/>
              <a:latin typeface="Arial"/>
            </a:endParaRPr>
          </a:p>
        </p:txBody>
      </p:sp>
      <p:sp>
        <p:nvSpPr>
          <p:cNvPr id="141" name="Google Shape;244;p39"/>
          <p:cNvSpPr/>
          <p:nvPr/>
        </p:nvSpPr>
        <p:spPr>
          <a:xfrm>
            <a:off x="720000" y="3807360"/>
            <a:ext cx="1477440" cy="546480"/>
          </a:xfrm>
          <a:prstGeom prst="rect">
            <a:avLst/>
          </a:prstGeom>
          <a:noFill/>
          <a:ln w="0">
            <a:noFill/>
          </a:ln>
        </p:spPr>
        <p:style>
          <a:lnRef idx="0"/>
          <a:fillRef idx="0"/>
          <a:effectRef idx="0"/>
          <a:fontRef idx="minor"/>
        </p:style>
        <p:txBody>
          <a:bodyPr tIns="91440" bIns="91440" anchor="t">
            <a:noAutofit/>
          </a:bodyPr>
          <a:p>
            <a:pPr algn="r">
              <a:lnSpc>
                <a:spcPct val="100000"/>
              </a:lnSpc>
              <a:tabLst>
                <a:tab algn="l" pos="0"/>
              </a:tabLst>
            </a:pPr>
            <a:r>
              <a:rPr b="0" lang="en" sz="1400" strike="noStrike" u="none">
                <a:solidFill>
                  <a:schemeClr val="dk1"/>
                </a:solidFill>
                <a:effectLst/>
                <a:uFillTx/>
                <a:latin typeface="Albert Sans"/>
                <a:ea typeface="Albert Sans"/>
              </a:rPr>
              <a:t>Venus has a beautiful name</a:t>
            </a:r>
            <a:endParaRPr b="0" lang="es-ES" sz="1400" strike="noStrike" u="none">
              <a:solidFill>
                <a:srgbClr val="ffffff"/>
              </a:solidFill>
              <a:effectLst/>
              <a:uFillTx/>
              <a:latin typeface="Arial"/>
            </a:endParaRPr>
          </a:p>
        </p:txBody>
      </p:sp>
      <p:sp>
        <p:nvSpPr>
          <p:cNvPr id="142" name="Google Shape;245;p39"/>
          <p:cNvSpPr/>
          <p:nvPr/>
        </p:nvSpPr>
        <p:spPr>
          <a:xfrm>
            <a:off x="1182600" y="3580560"/>
            <a:ext cx="1014840" cy="230040"/>
          </a:xfrm>
          <a:prstGeom prst="rect">
            <a:avLst/>
          </a:prstGeom>
          <a:noFill/>
          <a:ln w="0">
            <a:noFill/>
          </a:ln>
        </p:spPr>
        <p:style>
          <a:lnRef idx="0"/>
          <a:fillRef idx="0"/>
          <a:effectRef idx="0"/>
          <a:fontRef idx="minor"/>
        </p:style>
        <p:txBody>
          <a:bodyPr tIns="91440" bIns="91440" anchor="ctr">
            <a:noAutofit/>
          </a:bodyPr>
          <a:p>
            <a:pPr algn="r">
              <a:lnSpc>
                <a:spcPct val="100000"/>
              </a:lnSpc>
              <a:tabLst>
                <a:tab algn="l" pos="0"/>
              </a:tabLst>
            </a:pPr>
            <a:r>
              <a:rPr b="0" lang="en" sz="1600" strike="noStrike" u="none">
                <a:solidFill>
                  <a:schemeClr val="dk1"/>
                </a:solidFill>
                <a:effectLst/>
                <a:uFillTx/>
                <a:latin typeface="Syne SemiBold"/>
                <a:ea typeface="Syne SemiBold"/>
              </a:rPr>
              <a:t>Step 02</a:t>
            </a:r>
            <a:endParaRPr b="0" lang="es-ES" sz="1600" strike="noStrike" u="none">
              <a:solidFill>
                <a:srgbClr val="ffffff"/>
              </a:solidFill>
              <a:effectLst/>
              <a:uFillTx/>
              <a:latin typeface="Arial"/>
            </a:endParaRPr>
          </a:p>
        </p:txBody>
      </p:sp>
      <p:cxnSp>
        <p:nvCxnSpPr>
          <p:cNvPr id="143" name="Google Shape;246;p39"/>
          <p:cNvCxnSpPr>
            <a:stCxn id="134" idx="2"/>
          </p:cNvCxnSpPr>
          <p:nvPr/>
        </p:nvCxnSpPr>
        <p:spPr>
          <a:xfrm>
            <a:off x="2431800" y="2892960"/>
            <a:ext cx="360" cy="1419840"/>
          </a:xfrm>
          <a:prstGeom prst="straightConnector1">
            <a:avLst/>
          </a:prstGeom>
          <a:ln w="9525">
            <a:solidFill>
              <a:srgbClr val="ffffff"/>
            </a:solidFill>
            <a:round/>
          </a:ln>
        </p:spPr>
      </p:cxnSp>
      <p:sp>
        <p:nvSpPr>
          <p:cNvPr id="144" name="Google Shape;247;p39"/>
          <p:cNvSpPr/>
          <p:nvPr/>
        </p:nvSpPr>
        <p:spPr>
          <a:xfrm>
            <a:off x="4100400" y="1742400"/>
            <a:ext cx="1477440" cy="642960"/>
          </a:xfrm>
          <a:prstGeom prst="rect">
            <a:avLst/>
          </a:prstGeom>
          <a:noFill/>
          <a:ln w="0">
            <a:noFill/>
          </a:ln>
        </p:spPr>
        <p:style>
          <a:lnRef idx="0"/>
          <a:fillRef idx="0"/>
          <a:effectRef idx="0"/>
          <a:fontRef idx="minor"/>
        </p:style>
        <p:txBody>
          <a:bodyPr tIns="91440" bIns="91440" anchor="t">
            <a:noAutofit/>
          </a:bodyPr>
          <a:p>
            <a:pPr>
              <a:lnSpc>
                <a:spcPct val="100000"/>
              </a:lnSpc>
              <a:tabLst>
                <a:tab algn="l" pos="0"/>
              </a:tabLst>
            </a:pPr>
            <a:r>
              <a:rPr b="0" lang="en" sz="1400" strike="noStrike" u="none">
                <a:solidFill>
                  <a:schemeClr val="dk1"/>
                </a:solidFill>
                <a:effectLst/>
                <a:uFillTx/>
                <a:latin typeface="Albert Sans"/>
                <a:ea typeface="Albert Sans"/>
              </a:rPr>
              <a:t>Earth is the third planet</a:t>
            </a:r>
            <a:endParaRPr b="0" lang="es-ES" sz="1400" strike="noStrike" u="none">
              <a:solidFill>
                <a:srgbClr val="ffffff"/>
              </a:solidFill>
              <a:effectLst/>
              <a:uFillTx/>
              <a:latin typeface="Arial"/>
            </a:endParaRPr>
          </a:p>
        </p:txBody>
      </p:sp>
      <p:sp>
        <p:nvSpPr>
          <p:cNvPr id="145" name="Google Shape;248;p39"/>
          <p:cNvSpPr/>
          <p:nvPr/>
        </p:nvSpPr>
        <p:spPr>
          <a:xfrm>
            <a:off x="4100400" y="1515960"/>
            <a:ext cx="1014840" cy="230040"/>
          </a:xfrm>
          <a:prstGeom prst="rect">
            <a:avLst/>
          </a:prstGeom>
          <a:noFill/>
          <a:ln w="0">
            <a:noFill/>
          </a:ln>
        </p:spPr>
        <p:style>
          <a:lnRef idx="0"/>
          <a:fillRef idx="0"/>
          <a:effectRef idx="0"/>
          <a:fontRef idx="minor"/>
        </p:style>
        <p:txBody>
          <a:bodyPr tIns="91440" bIns="91440" anchor="ctr">
            <a:noAutofit/>
          </a:bodyPr>
          <a:p>
            <a:pPr>
              <a:lnSpc>
                <a:spcPct val="100000"/>
              </a:lnSpc>
              <a:tabLst>
                <a:tab algn="l" pos="0"/>
              </a:tabLst>
            </a:pPr>
            <a:r>
              <a:rPr b="0" lang="en" sz="1600" strike="noStrike" u="none">
                <a:solidFill>
                  <a:schemeClr val="dk1"/>
                </a:solidFill>
                <a:effectLst/>
                <a:uFillTx/>
                <a:latin typeface="Syne SemiBold"/>
                <a:ea typeface="Syne SemiBold"/>
              </a:rPr>
              <a:t>Step 03</a:t>
            </a:r>
            <a:endParaRPr b="0" lang="es-ES" sz="1600" strike="noStrike" u="none">
              <a:solidFill>
                <a:srgbClr val="ffffff"/>
              </a:solidFill>
              <a:effectLst/>
              <a:uFillTx/>
              <a:latin typeface="Arial"/>
            </a:endParaRPr>
          </a:p>
        </p:txBody>
      </p:sp>
      <p:cxnSp>
        <p:nvCxnSpPr>
          <p:cNvPr id="146" name="Google Shape;249;p39"/>
          <p:cNvCxnSpPr>
            <a:stCxn id="138" idx="0"/>
          </p:cNvCxnSpPr>
          <p:nvPr/>
        </p:nvCxnSpPr>
        <p:spPr>
          <a:xfrm flipH="1" flipV="1">
            <a:off x="3854880" y="1515600"/>
            <a:ext cx="720" cy="1164600"/>
          </a:xfrm>
          <a:prstGeom prst="straightConnector1">
            <a:avLst/>
          </a:prstGeom>
          <a:ln w="9525">
            <a:solidFill>
              <a:srgbClr val="ffffff"/>
            </a:solidFill>
            <a:round/>
          </a:ln>
        </p:spPr>
      </p:cxnSp>
      <p:sp>
        <p:nvSpPr>
          <p:cNvPr id="147" name="Google Shape;250;p39"/>
          <p:cNvSpPr/>
          <p:nvPr/>
        </p:nvSpPr>
        <p:spPr>
          <a:xfrm>
            <a:off x="3565800" y="3807360"/>
            <a:ext cx="1477440" cy="546480"/>
          </a:xfrm>
          <a:prstGeom prst="rect">
            <a:avLst/>
          </a:prstGeom>
          <a:noFill/>
          <a:ln w="0">
            <a:noFill/>
          </a:ln>
        </p:spPr>
        <p:style>
          <a:lnRef idx="0"/>
          <a:fillRef idx="0"/>
          <a:effectRef idx="0"/>
          <a:fontRef idx="minor"/>
        </p:style>
        <p:txBody>
          <a:bodyPr tIns="91440" bIns="91440" anchor="t">
            <a:noAutofit/>
          </a:bodyPr>
          <a:p>
            <a:pPr algn="r">
              <a:lnSpc>
                <a:spcPct val="100000"/>
              </a:lnSpc>
              <a:tabLst>
                <a:tab algn="l" pos="0"/>
              </a:tabLst>
            </a:pPr>
            <a:r>
              <a:rPr b="0" lang="en" sz="1400" strike="noStrike" u="none">
                <a:solidFill>
                  <a:schemeClr val="dk1"/>
                </a:solidFill>
                <a:effectLst/>
                <a:uFillTx/>
                <a:latin typeface="Albert Sans"/>
                <a:ea typeface="Albert Sans"/>
              </a:rPr>
              <a:t>Mars is actually a cold place</a:t>
            </a:r>
            <a:endParaRPr b="0" lang="es-ES" sz="1400" strike="noStrike" u="none">
              <a:solidFill>
                <a:srgbClr val="ffffff"/>
              </a:solidFill>
              <a:effectLst/>
              <a:uFillTx/>
              <a:latin typeface="Arial"/>
            </a:endParaRPr>
          </a:p>
        </p:txBody>
      </p:sp>
      <p:sp>
        <p:nvSpPr>
          <p:cNvPr id="148" name="Google Shape;251;p39"/>
          <p:cNvSpPr/>
          <p:nvPr/>
        </p:nvSpPr>
        <p:spPr>
          <a:xfrm>
            <a:off x="4028400" y="3580560"/>
            <a:ext cx="1014840" cy="230040"/>
          </a:xfrm>
          <a:prstGeom prst="rect">
            <a:avLst/>
          </a:prstGeom>
          <a:noFill/>
          <a:ln w="0">
            <a:noFill/>
          </a:ln>
        </p:spPr>
        <p:style>
          <a:lnRef idx="0"/>
          <a:fillRef idx="0"/>
          <a:effectRef idx="0"/>
          <a:fontRef idx="minor"/>
        </p:style>
        <p:txBody>
          <a:bodyPr tIns="91440" bIns="91440" anchor="ctr">
            <a:noAutofit/>
          </a:bodyPr>
          <a:p>
            <a:pPr algn="r">
              <a:lnSpc>
                <a:spcPct val="100000"/>
              </a:lnSpc>
              <a:tabLst>
                <a:tab algn="l" pos="0"/>
              </a:tabLst>
            </a:pPr>
            <a:r>
              <a:rPr b="0" lang="en" sz="1600" strike="noStrike" u="none">
                <a:solidFill>
                  <a:schemeClr val="dk1"/>
                </a:solidFill>
                <a:effectLst/>
                <a:uFillTx/>
                <a:latin typeface="Syne SemiBold"/>
                <a:ea typeface="Syne SemiBold"/>
              </a:rPr>
              <a:t>Step 04</a:t>
            </a:r>
            <a:endParaRPr b="0" lang="es-ES" sz="1600" strike="noStrike" u="none">
              <a:solidFill>
                <a:srgbClr val="ffffff"/>
              </a:solidFill>
              <a:effectLst/>
              <a:uFillTx/>
              <a:latin typeface="Arial"/>
            </a:endParaRPr>
          </a:p>
        </p:txBody>
      </p:sp>
      <p:cxnSp>
        <p:nvCxnSpPr>
          <p:cNvPr id="149" name="Google Shape;252;p39"/>
          <p:cNvCxnSpPr>
            <a:stCxn id="137" idx="2"/>
          </p:cNvCxnSpPr>
          <p:nvPr/>
        </p:nvCxnSpPr>
        <p:spPr>
          <a:xfrm flipH="1">
            <a:off x="5277960" y="2892960"/>
            <a:ext cx="720" cy="1419840"/>
          </a:xfrm>
          <a:prstGeom prst="straightConnector1">
            <a:avLst/>
          </a:prstGeom>
          <a:ln w="9525">
            <a:solidFill>
              <a:srgbClr val="ffffff"/>
            </a:solidFill>
            <a:round/>
          </a:ln>
        </p:spPr>
      </p:cxnSp>
      <p:sp>
        <p:nvSpPr>
          <p:cNvPr id="150" name="Google Shape;253;p39"/>
          <p:cNvSpPr/>
          <p:nvPr/>
        </p:nvSpPr>
        <p:spPr>
          <a:xfrm>
            <a:off x="6946200" y="1742400"/>
            <a:ext cx="1477440" cy="642960"/>
          </a:xfrm>
          <a:prstGeom prst="rect">
            <a:avLst/>
          </a:prstGeom>
          <a:noFill/>
          <a:ln w="0">
            <a:noFill/>
          </a:ln>
        </p:spPr>
        <p:style>
          <a:lnRef idx="0"/>
          <a:fillRef idx="0"/>
          <a:effectRef idx="0"/>
          <a:fontRef idx="minor"/>
        </p:style>
        <p:txBody>
          <a:bodyPr tIns="91440" bIns="91440" anchor="t">
            <a:noAutofit/>
          </a:bodyPr>
          <a:p>
            <a:pPr>
              <a:lnSpc>
                <a:spcPct val="100000"/>
              </a:lnSpc>
              <a:tabLst>
                <a:tab algn="l" pos="0"/>
              </a:tabLst>
            </a:pPr>
            <a:r>
              <a:rPr b="0" lang="en" sz="1400" strike="noStrike" u="none">
                <a:solidFill>
                  <a:schemeClr val="dk1"/>
                </a:solidFill>
                <a:effectLst/>
                <a:uFillTx/>
                <a:latin typeface="Albert Sans"/>
                <a:ea typeface="Albert Sans"/>
              </a:rPr>
              <a:t>Jupiter is the biggest planet</a:t>
            </a:r>
            <a:endParaRPr b="0" lang="es-ES" sz="1400" strike="noStrike" u="none">
              <a:solidFill>
                <a:srgbClr val="ffffff"/>
              </a:solidFill>
              <a:effectLst/>
              <a:uFillTx/>
              <a:latin typeface="Arial"/>
            </a:endParaRPr>
          </a:p>
        </p:txBody>
      </p:sp>
      <p:sp>
        <p:nvSpPr>
          <p:cNvPr id="151" name="Google Shape;254;p39"/>
          <p:cNvSpPr/>
          <p:nvPr/>
        </p:nvSpPr>
        <p:spPr>
          <a:xfrm>
            <a:off x="6946200" y="1515960"/>
            <a:ext cx="1014840" cy="230040"/>
          </a:xfrm>
          <a:prstGeom prst="rect">
            <a:avLst/>
          </a:prstGeom>
          <a:noFill/>
          <a:ln w="0">
            <a:noFill/>
          </a:ln>
        </p:spPr>
        <p:style>
          <a:lnRef idx="0"/>
          <a:fillRef idx="0"/>
          <a:effectRef idx="0"/>
          <a:fontRef idx="minor"/>
        </p:style>
        <p:txBody>
          <a:bodyPr tIns="91440" bIns="91440" anchor="ctr">
            <a:noAutofit/>
          </a:bodyPr>
          <a:p>
            <a:pPr>
              <a:lnSpc>
                <a:spcPct val="100000"/>
              </a:lnSpc>
              <a:tabLst>
                <a:tab algn="l" pos="0"/>
              </a:tabLst>
            </a:pPr>
            <a:r>
              <a:rPr b="0" lang="en" sz="1600" strike="noStrike" u="none">
                <a:solidFill>
                  <a:schemeClr val="dk1"/>
                </a:solidFill>
                <a:effectLst/>
                <a:uFillTx/>
                <a:latin typeface="Syne SemiBold"/>
                <a:ea typeface="Syne SemiBold"/>
              </a:rPr>
              <a:t>Step 05</a:t>
            </a:r>
            <a:endParaRPr b="0" lang="es-ES" sz="1600" strike="noStrike" u="none">
              <a:solidFill>
                <a:srgbClr val="ffffff"/>
              </a:solidFill>
              <a:effectLst/>
              <a:uFillTx/>
              <a:latin typeface="Arial"/>
            </a:endParaRPr>
          </a:p>
        </p:txBody>
      </p:sp>
      <p:cxnSp>
        <p:nvCxnSpPr>
          <p:cNvPr id="152" name="Google Shape;255;p39"/>
          <p:cNvCxnSpPr>
            <a:stCxn id="136" idx="0"/>
          </p:cNvCxnSpPr>
          <p:nvPr/>
        </p:nvCxnSpPr>
        <p:spPr>
          <a:xfrm flipV="1">
            <a:off x="6701400" y="1515600"/>
            <a:ext cx="360" cy="1164600"/>
          </a:xfrm>
          <a:prstGeom prst="straightConnector1">
            <a:avLst/>
          </a:prstGeom>
          <a:ln w="9525">
            <a:solidFill>
              <a:srgbClr val="ffffff"/>
            </a:solidFill>
            <a:round/>
          </a:ln>
        </p:spPr>
      </p:cxnSp>
      <p:sp>
        <p:nvSpPr>
          <p:cNvPr id="153" name="Google Shape;256;p39"/>
          <p:cNvSpPr/>
          <p:nvPr/>
        </p:nvSpPr>
        <p:spPr>
          <a:xfrm>
            <a:off x="6418080" y="3807360"/>
            <a:ext cx="1477440" cy="546480"/>
          </a:xfrm>
          <a:prstGeom prst="rect">
            <a:avLst/>
          </a:prstGeom>
          <a:noFill/>
          <a:ln w="0">
            <a:noFill/>
          </a:ln>
        </p:spPr>
        <p:style>
          <a:lnRef idx="0"/>
          <a:fillRef idx="0"/>
          <a:effectRef idx="0"/>
          <a:fontRef idx="minor"/>
        </p:style>
        <p:txBody>
          <a:bodyPr tIns="91440" bIns="91440" anchor="t">
            <a:noAutofit/>
          </a:bodyPr>
          <a:p>
            <a:pPr algn="r">
              <a:lnSpc>
                <a:spcPct val="100000"/>
              </a:lnSpc>
              <a:tabLst>
                <a:tab algn="l" pos="0"/>
              </a:tabLst>
            </a:pPr>
            <a:r>
              <a:rPr b="0" lang="en" sz="1400" strike="noStrike" u="none">
                <a:solidFill>
                  <a:schemeClr val="dk1"/>
                </a:solidFill>
                <a:effectLst/>
                <a:uFillTx/>
                <a:latin typeface="Albert Sans"/>
                <a:ea typeface="Albert Sans"/>
              </a:rPr>
              <a:t>Sun is the star at the center</a:t>
            </a:r>
            <a:endParaRPr b="0" lang="es-ES" sz="1400" strike="noStrike" u="none">
              <a:solidFill>
                <a:srgbClr val="ffffff"/>
              </a:solidFill>
              <a:effectLst/>
              <a:uFillTx/>
              <a:latin typeface="Arial"/>
            </a:endParaRPr>
          </a:p>
        </p:txBody>
      </p:sp>
      <p:sp>
        <p:nvSpPr>
          <p:cNvPr id="154" name="Google Shape;257;p39"/>
          <p:cNvSpPr/>
          <p:nvPr/>
        </p:nvSpPr>
        <p:spPr>
          <a:xfrm>
            <a:off x="6880680" y="3580560"/>
            <a:ext cx="1014840" cy="230040"/>
          </a:xfrm>
          <a:prstGeom prst="rect">
            <a:avLst/>
          </a:prstGeom>
          <a:noFill/>
          <a:ln w="0">
            <a:noFill/>
          </a:ln>
        </p:spPr>
        <p:style>
          <a:lnRef idx="0"/>
          <a:fillRef idx="0"/>
          <a:effectRef idx="0"/>
          <a:fontRef idx="minor"/>
        </p:style>
        <p:txBody>
          <a:bodyPr tIns="91440" bIns="91440" anchor="ctr">
            <a:noAutofit/>
          </a:bodyPr>
          <a:p>
            <a:pPr algn="r">
              <a:lnSpc>
                <a:spcPct val="100000"/>
              </a:lnSpc>
              <a:tabLst>
                <a:tab algn="l" pos="0"/>
              </a:tabLst>
            </a:pPr>
            <a:r>
              <a:rPr b="0" lang="en" sz="1600" strike="noStrike" u="none">
                <a:solidFill>
                  <a:schemeClr val="dk1"/>
                </a:solidFill>
                <a:effectLst/>
                <a:uFillTx/>
                <a:latin typeface="Syne SemiBold"/>
                <a:ea typeface="Syne SemiBold"/>
              </a:rPr>
              <a:t>Step 06</a:t>
            </a:r>
            <a:endParaRPr b="0" lang="es-ES" sz="1600" strike="noStrike" u="none">
              <a:solidFill>
                <a:srgbClr val="ffffff"/>
              </a:solidFill>
              <a:effectLst/>
              <a:uFillTx/>
              <a:latin typeface="Arial"/>
            </a:endParaRPr>
          </a:p>
        </p:txBody>
      </p:sp>
      <p:cxnSp>
        <p:nvCxnSpPr>
          <p:cNvPr id="155" name="Google Shape;258;p39"/>
          <p:cNvCxnSpPr>
            <a:stCxn id="135" idx="2"/>
          </p:cNvCxnSpPr>
          <p:nvPr/>
        </p:nvCxnSpPr>
        <p:spPr>
          <a:xfrm>
            <a:off x="8124480" y="2892960"/>
            <a:ext cx="360" cy="1419840"/>
          </a:xfrm>
          <a:prstGeom prst="straightConnector1">
            <a:avLst/>
          </a:prstGeom>
          <a:ln w="9525">
            <a:solidFill>
              <a:srgbClr val="ffffff"/>
            </a:solidFill>
            <a:round/>
          </a:ln>
        </p:spPr>
      </p:cxnSp>
      <p:cxnSp>
        <p:nvCxnSpPr>
          <p:cNvPr id="156" name="Google Shape;259;p39"/>
          <p:cNvCxnSpPr>
            <a:stCxn id="134" idx="3"/>
            <a:endCxn id="138" idx="1"/>
          </p:cNvCxnSpPr>
          <p:nvPr/>
        </p:nvCxnSpPr>
        <p:spPr>
          <a:xfrm>
            <a:off x="2538360" y="2786400"/>
            <a:ext cx="1210680" cy="360"/>
          </a:xfrm>
          <a:prstGeom prst="straightConnector1">
            <a:avLst/>
          </a:prstGeom>
          <a:ln w="9525">
            <a:solidFill>
              <a:srgbClr val="ffffff"/>
            </a:solidFill>
            <a:round/>
          </a:ln>
        </p:spPr>
      </p:cxnSp>
      <p:cxnSp>
        <p:nvCxnSpPr>
          <p:cNvPr id="157" name="Google Shape;260;p39"/>
          <p:cNvCxnSpPr>
            <a:stCxn id="138" idx="3"/>
            <a:endCxn id="137" idx="1"/>
          </p:cNvCxnSpPr>
          <p:nvPr/>
        </p:nvCxnSpPr>
        <p:spPr>
          <a:xfrm>
            <a:off x="3961800" y="2786400"/>
            <a:ext cx="1210320" cy="360"/>
          </a:xfrm>
          <a:prstGeom prst="straightConnector1">
            <a:avLst/>
          </a:prstGeom>
          <a:ln w="9525">
            <a:solidFill>
              <a:srgbClr val="ffffff"/>
            </a:solidFill>
            <a:round/>
          </a:ln>
        </p:spPr>
      </p:cxnSp>
      <p:cxnSp>
        <p:nvCxnSpPr>
          <p:cNvPr id="158" name="Google Shape;261;p39"/>
          <p:cNvCxnSpPr>
            <a:stCxn id="137" idx="3"/>
            <a:endCxn id="136" idx="1"/>
          </p:cNvCxnSpPr>
          <p:nvPr/>
        </p:nvCxnSpPr>
        <p:spPr>
          <a:xfrm>
            <a:off x="5384880" y="2786400"/>
            <a:ext cx="1210320" cy="360"/>
          </a:xfrm>
          <a:prstGeom prst="straightConnector1">
            <a:avLst/>
          </a:prstGeom>
          <a:ln w="9525">
            <a:solidFill>
              <a:srgbClr val="ffffff"/>
            </a:solidFill>
            <a:round/>
          </a:ln>
        </p:spPr>
      </p:cxnSp>
      <p:cxnSp>
        <p:nvCxnSpPr>
          <p:cNvPr id="159" name="Google Shape;262;p39"/>
          <p:cNvCxnSpPr>
            <a:stCxn id="136" idx="3"/>
            <a:endCxn id="135" idx="1"/>
          </p:cNvCxnSpPr>
          <p:nvPr/>
        </p:nvCxnSpPr>
        <p:spPr>
          <a:xfrm>
            <a:off x="6807960" y="2786400"/>
            <a:ext cx="1210320" cy="360"/>
          </a:xfrm>
          <a:prstGeom prst="straightConnector1">
            <a:avLst/>
          </a:prstGeom>
          <a:ln w="9525">
            <a:solidFill>
              <a:srgbClr val="ffffff"/>
            </a:solidFill>
            <a:round/>
          </a:ln>
        </p:spPr>
      </p:cxn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0" name="PlaceHolder 1"/>
          <p:cNvSpPr>
            <a:spLocks noGrp="1"/>
          </p:cNvSpPr>
          <p:nvPr>
            <p:ph type="title"/>
          </p:nvPr>
        </p:nvSpPr>
        <p:spPr>
          <a:xfrm>
            <a:off x="720000" y="444960"/>
            <a:ext cx="7703640" cy="572400"/>
          </a:xfrm>
          <a:prstGeom prst="rect">
            <a:avLst/>
          </a:prstGeom>
          <a:noFill/>
          <a:ln w="0">
            <a:noFill/>
          </a:ln>
        </p:spPr>
        <p:txBody>
          <a:bodyPr lIns="91440" rIns="91440" tIns="91440" bIns="91440" anchor="t">
            <a:noAutofit/>
          </a:bodyPr>
          <a:p>
            <a:pPr indent="0">
              <a:lnSpc>
                <a:spcPct val="100000"/>
              </a:lnSpc>
              <a:buNone/>
              <a:tabLst>
                <a:tab algn="l" pos="0"/>
              </a:tabLst>
            </a:pPr>
            <a:r>
              <a:rPr b="1" lang="en" sz="2600" strike="noStrike" u="none">
                <a:solidFill>
                  <a:schemeClr val="dk1"/>
                </a:solidFill>
                <a:effectLst/>
                <a:uFillTx/>
                <a:latin typeface="Syne"/>
                <a:ea typeface="Syne"/>
              </a:rPr>
              <a:t>My business strategy</a:t>
            </a:r>
            <a:endParaRPr b="0" lang="es-ES" sz="2600" strike="noStrike" u="none">
              <a:solidFill>
                <a:srgbClr val="000000"/>
              </a:solidFill>
              <a:effectLst/>
              <a:uFillTx/>
              <a:latin typeface="Arial"/>
            </a:endParaRPr>
          </a:p>
        </p:txBody>
      </p:sp>
      <p:sp>
        <p:nvSpPr>
          <p:cNvPr id="161" name="Google Shape;268;p40"/>
          <p:cNvSpPr/>
          <p:nvPr/>
        </p:nvSpPr>
        <p:spPr>
          <a:xfrm>
            <a:off x="713160" y="1128960"/>
            <a:ext cx="7717320" cy="3474720"/>
          </a:xfrm>
          <a:prstGeom prst="mathPlus">
            <a:avLst>
              <a:gd name="adj1" fmla="val 0"/>
            </a:avLst>
          </a:prstGeom>
          <a:noFill/>
          <a:ln w="9525">
            <a:solidFill>
              <a:srgbClr val="ffffff"/>
            </a:solidFill>
            <a:round/>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ffffff"/>
              </a:solidFill>
              <a:effectLst/>
              <a:uFillTx/>
              <a:latin typeface="Arial"/>
            </a:endParaRPr>
          </a:p>
        </p:txBody>
      </p:sp>
      <p:sp>
        <p:nvSpPr>
          <p:cNvPr id="162" name="Google Shape;269;p40"/>
          <p:cNvSpPr/>
          <p:nvPr/>
        </p:nvSpPr>
        <p:spPr>
          <a:xfrm>
            <a:off x="3488400" y="1192320"/>
            <a:ext cx="2166840" cy="369000"/>
          </a:xfrm>
          <a:prstGeom prst="rect">
            <a:avLst/>
          </a:prstGeom>
          <a:noFill/>
          <a:ln w="0">
            <a:noFill/>
          </a:ln>
        </p:spPr>
        <p:style>
          <a:lnRef idx="0"/>
          <a:fillRef idx="0"/>
          <a:effectRef idx="0"/>
          <a:fontRef idx="minor"/>
        </p:style>
        <p:txBody>
          <a:bodyPr tIns="91440" bIns="91440" anchor="t">
            <a:noAutofit/>
          </a:bodyPr>
          <a:p>
            <a:pPr algn="ctr">
              <a:lnSpc>
                <a:spcPct val="100000"/>
              </a:lnSpc>
              <a:tabLst>
                <a:tab algn="l" pos="0"/>
              </a:tabLst>
            </a:pPr>
            <a:r>
              <a:rPr b="0" lang="en" sz="1000" strike="noStrike" u="none">
                <a:solidFill>
                  <a:schemeClr val="dk1"/>
                </a:solidFill>
                <a:effectLst/>
                <a:uFillTx/>
                <a:latin typeface="Albert Sans"/>
                <a:ea typeface="Albert Sans"/>
              </a:rPr>
              <a:t>Attractive business model</a:t>
            </a:r>
            <a:endParaRPr b="0" lang="es-ES" sz="1000" strike="noStrike" u="none">
              <a:solidFill>
                <a:srgbClr val="ffffff"/>
              </a:solidFill>
              <a:effectLst/>
              <a:uFillTx/>
              <a:latin typeface="Arial"/>
            </a:endParaRPr>
          </a:p>
        </p:txBody>
      </p:sp>
      <p:sp>
        <p:nvSpPr>
          <p:cNvPr id="163" name="Google Shape;270;p40"/>
          <p:cNvSpPr/>
          <p:nvPr/>
        </p:nvSpPr>
        <p:spPr>
          <a:xfrm>
            <a:off x="3487680" y="4205160"/>
            <a:ext cx="2167920" cy="369000"/>
          </a:xfrm>
          <a:prstGeom prst="rect">
            <a:avLst/>
          </a:prstGeom>
          <a:noFill/>
          <a:ln w="0">
            <a:noFill/>
          </a:ln>
        </p:spPr>
        <p:style>
          <a:lnRef idx="0"/>
          <a:fillRef idx="0"/>
          <a:effectRef idx="0"/>
          <a:fontRef idx="minor"/>
        </p:style>
        <p:txBody>
          <a:bodyPr tIns="91440" bIns="91440" anchor="t">
            <a:noAutofit/>
          </a:bodyPr>
          <a:p>
            <a:pPr algn="ctr">
              <a:lnSpc>
                <a:spcPct val="100000"/>
              </a:lnSpc>
              <a:tabLst>
                <a:tab algn="l" pos="0"/>
              </a:tabLst>
            </a:pPr>
            <a:r>
              <a:rPr b="0" lang="en" sz="1000" strike="noStrike" u="none">
                <a:solidFill>
                  <a:schemeClr val="dk1"/>
                </a:solidFill>
                <a:effectLst/>
                <a:uFillTx/>
                <a:latin typeface="Albert Sans"/>
                <a:ea typeface="Albert Sans"/>
              </a:rPr>
              <a:t>Unattractive business model</a:t>
            </a:r>
            <a:endParaRPr b="0" lang="es-ES" sz="1000" strike="noStrike" u="none">
              <a:solidFill>
                <a:srgbClr val="ffffff"/>
              </a:solidFill>
              <a:effectLst/>
              <a:uFillTx/>
              <a:latin typeface="Arial"/>
            </a:endParaRPr>
          </a:p>
        </p:txBody>
      </p:sp>
      <p:sp>
        <p:nvSpPr>
          <p:cNvPr id="164" name="Google Shape;271;p40"/>
          <p:cNvSpPr/>
          <p:nvPr/>
        </p:nvSpPr>
        <p:spPr>
          <a:xfrm rot="16200000">
            <a:off x="161640" y="2635560"/>
            <a:ext cx="2166840" cy="369000"/>
          </a:xfrm>
          <a:prstGeom prst="rect">
            <a:avLst/>
          </a:prstGeom>
          <a:noFill/>
          <a:ln w="0">
            <a:noFill/>
          </a:ln>
        </p:spPr>
        <p:style>
          <a:lnRef idx="0"/>
          <a:fillRef idx="0"/>
          <a:effectRef idx="0"/>
          <a:fontRef idx="minor"/>
        </p:style>
        <p:txBody>
          <a:bodyPr tIns="91440" bIns="91440" anchor="t">
            <a:noAutofit/>
          </a:bodyPr>
          <a:p>
            <a:pPr algn="ctr">
              <a:lnSpc>
                <a:spcPct val="100000"/>
              </a:lnSpc>
              <a:tabLst>
                <a:tab algn="l" pos="0"/>
              </a:tabLst>
            </a:pPr>
            <a:r>
              <a:rPr b="0" lang="en" sz="1000" strike="noStrike" u="none">
                <a:solidFill>
                  <a:schemeClr val="dk1"/>
                </a:solidFill>
                <a:effectLst/>
                <a:uFillTx/>
                <a:latin typeface="Albert Sans"/>
                <a:ea typeface="Albert Sans"/>
              </a:rPr>
              <a:t>High competitive strength</a:t>
            </a:r>
            <a:endParaRPr b="0" lang="es-ES" sz="1000" strike="noStrike" u="none">
              <a:solidFill>
                <a:srgbClr val="ffffff"/>
              </a:solidFill>
              <a:effectLst/>
              <a:uFillTx/>
              <a:latin typeface="Arial"/>
            </a:endParaRPr>
          </a:p>
        </p:txBody>
      </p:sp>
      <p:sp>
        <p:nvSpPr>
          <p:cNvPr id="165" name="Google Shape;272;p40"/>
          <p:cNvSpPr/>
          <p:nvPr/>
        </p:nvSpPr>
        <p:spPr>
          <a:xfrm rot="5400000">
            <a:off x="6815520" y="2635200"/>
            <a:ext cx="2166840" cy="369000"/>
          </a:xfrm>
          <a:prstGeom prst="rect">
            <a:avLst/>
          </a:prstGeom>
          <a:noFill/>
          <a:ln w="0">
            <a:noFill/>
          </a:ln>
        </p:spPr>
        <p:style>
          <a:lnRef idx="0"/>
          <a:fillRef idx="0"/>
          <a:effectRef idx="0"/>
          <a:fontRef idx="minor"/>
        </p:style>
        <p:txBody>
          <a:bodyPr tIns="91440" bIns="91440" anchor="t">
            <a:noAutofit/>
          </a:bodyPr>
          <a:p>
            <a:pPr algn="ctr">
              <a:lnSpc>
                <a:spcPct val="100000"/>
              </a:lnSpc>
              <a:tabLst>
                <a:tab algn="l" pos="0"/>
              </a:tabLst>
            </a:pPr>
            <a:r>
              <a:rPr b="0" lang="en" sz="1000" strike="noStrike" u="none">
                <a:solidFill>
                  <a:schemeClr val="dk1"/>
                </a:solidFill>
                <a:effectLst/>
                <a:uFillTx/>
                <a:latin typeface="Albert Sans"/>
                <a:ea typeface="Albert Sans"/>
              </a:rPr>
              <a:t>Low competitive strength</a:t>
            </a:r>
            <a:endParaRPr b="0" lang="es-ES" sz="1000" strike="noStrike" u="none">
              <a:solidFill>
                <a:srgbClr val="ffffff"/>
              </a:solidFill>
              <a:effectLst/>
              <a:uFillTx/>
              <a:latin typeface="Arial"/>
            </a:endParaRPr>
          </a:p>
        </p:txBody>
      </p:sp>
      <p:sp>
        <p:nvSpPr>
          <p:cNvPr id="166" name="Google Shape;273;p40"/>
          <p:cNvSpPr/>
          <p:nvPr/>
        </p:nvSpPr>
        <p:spPr>
          <a:xfrm>
            <a:off x="2273400" y="1664640"/>
            <a:ext cx="1840320" cy="1050120"/>
          </a:xfrm>
          <a:prstGeom prst="rect">
            <a:avLst/>
          </a:prstGeom>
          <a:noFill/>
          <a:ln w="9525">
            <a:solidFill>
              <a:srgbClr val="0deee7"/>
            </a:solidFill>
            <a:round/>
          </a:ln>
        </p:spPr>
        <p:style>
          <a:lnRef idx="0"/>
          <a:fillRef idx="0"/>
          <a:effectRef idx="0"/>
          <a:fontRef idx="minor"/>
        </p:style>
        <p:txBody>
          <a:bodyPr tIns="91440" bIns="91440" anchor="ctr">
            <a:noAutofit/>
          </a:bodyPr>
          <a:p>
            <a:pPr algn="ctr">
              <a:lnSpc>
                <a:spcPct val="100000"/>
              </a:lnSpc>
              <a:tabLst>
                <a:tab algn="l" pos="0"/>
              </a:tabLst>
            </a:pPr>
            <a:r>
              <a:rPr b="0" lang="en" sz="1600" strike="noStrike" u="none">
                <a:solidFill>
                  <a:schemeClr val="dk1"/>
                </a:solidFill>
                <a:effectLst/>
                <a:uFillTx/>
                <a:latin typeface="Syne SemiBold"/>
                <a:ea typeface="Syne SemiBold"/>
              </a:rPr>
              <a:t>Growth and expansion strategy</a:t>
            </a:r>
            <a:endParaRPr b="0" lang="es-ES" sz="1600" strike="noStrike" u="none">
              <a:solidFill>
                <a:srgbClr val="ffffff"/>
              </a:solidFill>
              <a:effectLst/>
              <a:uFillTx/>
              <a:latin typeface="Arial"/>
            </a:endParaRPr>
          </a:p>
        </p:txBody>
      </p:sp>
      <p:sp>
        <p:nvSpPr>
          <p:cNvPr id="167" name="Google Shape;274;p40"/>
          <p:cNvSpPr/>
          <p:nvPr/>
        </p:nvSpPr>
        <p:spPr>
          <a:xfrm>
            <a:off x="2273400" y="3227400"/>
            <a:ext cx="1840320" cy="681480"/>
          </a:xfrm>
          <a:prstGeom prst="rect">
            <a:avLst/>
          </a:prstGeom>
          <a:noFill/>
          <a:ln w="9525">
            <a:solidFill>
              <a:srgbClr val="ffffff"/>
            </a:solidFill>
            <a:round/>
          </a:ln>
        </p:spPr>
        <p:style>
          <a:lnRef idx="0"/>
          <a:fillRef idx="0"/>
          <a:effectRef idx="0"/>
          <a:fontRef idx="minor"/>
        </p:style>
        <p:txBody>
          <a:bodyPr tIns="91440" bIns="91440" anchor="ctr">
            <a:noAutofit/>
          </a:bodyPr>
          <a:p>
            <a:pPr algn="ctr">
              <a:lnSpc>
                <a:spcPct val="100000"/>
              </a:lnSpc>
              <a:tabLst>
                <a:tab algn="l" pos="0"/>
              </a:tabLst>
            </a:pPr>
            <a:r>
              <a:rPr b="0" lang="en" sz="1200" strike="noStrike" u="none">
                <a:solidFill>
                  <a:schemeClr val="dk1"/>
                </a:solidFill>
                <a:effectLst/>
                <a:uFillTx/>
                <a:latin typeface="Syne SemiBold"/>
                <a:ea typeface="Syne SemiBold"/>
              </a:rPr>
              <a:t>Maintenance and protection strategy</a:t>
            </a:r>
            <a:endParaRPr b="0" lang="es-ES" sz="1200" strike="noStrike" u="none">
              <a:solidFill>
                <a:srgbClr val="ffffff"/>
              </a:solidFill>
              <a:effectLst/>
              <a:uFillTx/>
              <a:latin typeface="Arial"/>
            </a:endParaRPr>
          </a:p>
        </p:txBody>
      </p:sp>
      <p:sp>
        <p:nvSpPr>
          <p:cNvPr id="168" name="Google Shape;275;p40"/>
          <p:cNvSpPr/>
          <p:nvPr/>
        </p:nvSpPr>
        <p:spPr>
          <a:xfrm>
            <a:off x="5029920" y="3227400"/>
            <a:ext cx="1840320" cy="667800"/>
          </a:xfrm>
          <a:prstGeom prst="rect">
            <a:avLst/>
          </a:prstGeom>
          <a:noFill/>
          <a:ln w="9525">
            <a:solidFill>
              <a:srgbClr val="ffffff"/>
            </a:solidFill>
            <a:round/>
          </a:ln>
        </p:spPr>
        <p:style>
          <a:lnRef idx="0"/>
          <a:fillRef idx="0"/>
          <a:effectRef idx="0"/>
          <a:fontRef idx="minor"/>
        </p:style>
        <p:txBody>
          <a:bodyPr tIns="91440" bIns="91440" anchor="ctr">
            <a:noAutofit/>
          </a:bodyPr>
          <a:p>
            <a:pPr algn="ctr">
              <a:lnSpc>
                <a:spcPct val="100000"/>
              </a:lnSpc>
              <a:tabLst>
                <a:tab algn="l" pos="0"/>
              </a:tabLst>
            </a:pPr>
            <a:r>
              <a:rPr b="0" lang="en" sz="1200" strike="noStrike" u="none">
                <a:solidFill>
                  <a:schemeClr val="dk1"/>
                </a:solidFill>
                <a:effectLst/>
                <a:uFillTx/>
                <a:latin typeface="Syne SemiBold"/>
                <a:ea typeface="Syne SemiBold"/>
              </a:rPr>
              <a:t>Reduction or elimination strategy</a:t>
            </a:r>
            <a:endParaRPr b="0" lang="es-ES" sz="1200" strike="noStrike" u="none">
              <a:solidFill>
                <a:srgbClr val="ffffff"/>
              </a:solidFill>
              <a:effectLst/>
              <a:uFillTx/>
              <a:latin typeface="Arial"/>
            </a:endParaRPr>
          </a:p>
        </p:txBody>
      </p:sp>
      <p:sp>
        <p:nvSpPr>
          <p:cNvPr id="169" name="Google Shape;276;p40"/>
          <p:cNvSpPr/>
          <p:nvPr/>
        </p:nvSpPr>
        <p:spPr>
          <a:xfrm>
            <a:off x="5029920" y="1855800"/>
            <a:ext cx="1840320" cy="667800"/>
          </a:xfrm>
          <a:prstGeom prst="rect">
            <a:avLst/>
          </a:prstGeom>
          <a:noFill/>
          <a:ln w="9525">
            <a:solidFill>
              <a:srgbClr val="ffffff"/>
            </a:solidFill>
            <a:round/>
          </a:ln>
        </p:spPr>
        <p:style>
          <a:lnRef idx="0"/>
          <a:fillRef idx="0"/>
          <a:effectRef idx="0"/>
          <a:fontRef idx="minor"/>
        </p:style>
        <p:txBody>
          <a:bodyPr tIns="91440" bIns="91440" anchor="ctr">
            <a:noAutofit/>
          </a:bodyPr>
          <a:p>
            <a:pPr algn="ctr">
              <a:lnSpc>
                <a:spcPct val="100000"/>
              </a:lnSpc>
              <a:tabLst>
                <a:tab algn="l" pos="0"/>
              </a:tabLst>
            </a:pPr>
            <a:r>
              <a:rPr b="0" lang="en" sz="1200" strike="noStrike" u="none">
                <a:solidFill>
                  <a:schemeClr val="dk1"/>
                </a:solidFill>
                <a:effectLst/>
                <a:uFillTx/>
                <a:latin typeface="Syne SemiBold"/>
                <a:ea typeface="Syne SemiBold"/>
              </a:rPr>
              <a:t>Reorientation or abandonment strategy</a:t>
            </a:r>
            <a:endParaRPr b="0" lang="es-ES" sz="12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0" name="PlaceHolder 1"/>
          <p:cNvSpPr>
            <a:spLocks noGrp="1"/>
          </p:cNvSpPr>
          <p:nvPr>
            <p:ph type="title"/>
          </p:nvPr>
        </p:nvSpPr>
        <p:spPr>
          <a:xfrm>
            <a:off x="720000" y="444960"/>
            <a:ext cx="7703640" cy="572400"/>
          </a:xfrm>
          <a:prstGeom prst="rect">
            <a:avLst/>
          </a:prstGeom>
          <a:noFill/>
          <a:ln w="0">
            <a:noFill/>
          </a:ln>
        </p:spPr>
        <p:txBody>
          <a:bodyPr lIns="91440" rIns="91440" tIns="91440" bIns="91440" anchor="t">
            <a:noAutofit/>
          </a:bodyPr>
          <a:p>
            <a:pPr indent="0">
              <a:lnSpc>
                <a:spcPct val="100000"/>
              </a:lnSpc>
              <a:buNone/>
              <a:tabLst>
                <a:tab algn="l" pos="0"/>
              </a:tabLst>
            </a:pPr>
            <a:r>
              <a:rPr b="1" lang="en" sz="2600" strike="noStrike" u="none">
                <a:solidFill>
                  <a:schemeClr val="dk1"/>
                </a:solidFill>
                <a:effectLst/>
                <a:uFillTx/>
                <a:latin typeface="Syne"/>
                <a:ea typeface="Syne"/>
              </a:rPr>
              <a:t>Market size infographic</a:t>
            </a:r>
            <a:endParaRPr b="0" lang="es-ES" sz="2600" strike="noStrike" u="none">
              <a:solidFill>
                <a:srgbClr val="000000"/>
              </a:solidFill>
              <a:effectLst/>
              <a:uFillTx/>
              <a:latin typeface="Arial"/>
            </a:endParaRPr>
          </a:p>
        </p:txBody>
      </p:sp>
      <p:sp>
        <p:nvSpPr>
          <p:cNvPr id="171" name="Google Shape;282;p41"/>
          <p:cNvSpPr/>
          <p:nvPr/>
        </p:nvSpPr>
        <p:spPr>
          <a:xfrm>
            <a:off x="867960" y="1354680"/>
            <a:ext cx="3249000" cy="3249000"/>
          </a:xfrm>
          <a:prstGeom prst="rect">
            <a:avLst/>
          </a:prstGeom>
          <a:solidFill>
            <a:schemeClr val="accent2"/>
          </a:soli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effectLst/>
              <a:uFillTx/>
              <a:latin typeface="Arial"/>
            </a:endParaRPr>
          </a:p>
        </p:txBody>
      </p:sp>
      <p:sp>
        <p:nvSpPr>
          <p:cNvPr id="172" name="Google Shape;283;p41"/>
          <p:cNvSpPr/>
          <p:nvPr/>
        </p:nvSpPr>
        <p:spPr>
          <a:xfrm>
            <a:off x="1144800" y="1908720"/>
            <a:ext cx="2694960" cy="2694960"/>
          </a:xfrm>
          <a:prstGeom prst="rect">
            <a:avLst/>
          </a:prstGeom>
          <a:solidFill>
            <a:schemeClr val="lt2"/>
          </a:soli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effectLst/>
              <a:uFillTx/>
              <a:latin typeface="Arial"/>
            </a:endParaRPr>
          </a:p>
        </p:txBody>
      </p:sp>
      <p:sp>
        <p:nvSpPr>
          <p:cNvPr id="173" name="Google Shape;284;p41"/>
          <p:cNvSpPr/>
          <p:nvPr/>
        </p:nvSpPr>
        <p:spPr>
          <a:xfrm>
            <a:off x="1677600" y="2973960"/>
            <a:ext cx="1629720" cy="1629720"/>
          </a:xfrm>
          <a:prstGeom prst="rect">
            <a:avLst/>
          </a:prstGeom>
          <a:solidFill>
            <a:schemeClr val="dk1"/>
          </a:soli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effectLst/>
              <a:uFillTx/>
              <a:latin typeface="Arial"/>
            </a:endParaRPr>
          </a:p>
        </p:txBody>
      </p:sp>
      <p:sp>
        <p:nvSpPr>
          <p:cNvPr id="174" name="Google Shape;285;p41"/>
          <p:cNvSpPr/>
          <p:nvPr/>
        </p:nvSpPr>
        <p:spPr>
          <a:xfrm>
            <a:off x="1857600" y="1345680"/>
            <a:ext cx="1269720" cy="553680"/>
          </a:xfrm>
          <a:prstGeom prst="rect">
            <a:avLst/>
          </a:prstGeom>
          <a:noFill/>
          <a:ln w="0">
            <a:noFill/>
          </a:ln>
        </p:spPr>
        <p:style>
          <a:lnRef idx="0"/>
          <a:fillRef idx="0"/>
          <a:effectRef idx="0"/>
          <a:fontRef idx="minor"/>
        </p:style>
        <p:txBody>
          <a:bodyPr tIns="91440" bIns="91440" anchor="ctr">
            <a:noAutofit/>
          </a:bodyPr>
          <a:p>
            <a:pPr algn="ctr">
              <a:lnSpc>
                <a:spcPct val="100000"/>
              </a:lnSpc>
              <a:tabLst>
                <a:tab algn="l" pos="0"/>
              </a:tabLst>
            </a:pPr>
            <a:r>
              <a:rPr b="0" lang="en" sz="1600" strike="noStrike" u="none">
                <a:solidFill>
                  <a:schemeClr val="lt1"/>
                </a:solidFill>
                <a:effectLst/>
                <a:uFillTx/>
                <a:latin typeface="Syne SemiBold"/>
                <a:ea typeface="Syne SemiBold"/>
              </a:rPr>
              <a:t>$100 M</a:t>
            </a:r>
            <a:endParaRPr b="0" lang="es-ES" sz="1600" strike="noStrike" u="none">
              <a:solidFill>
                <a:srgbClr val="ffffff"/>
              </a:solidFill>
              <a:effectLst/>
              <a:uFillTx/>
              <a:latin typeface="Arial"/>
            </a:endParaRPr>
          </a:p>
        </p:txBody>
      </p:sp>
      <p:sp>
        <p:nvSpPr>
          <p:cNvPr id="175" name="Google Shape;286;p41"/>
          <p:cNvSpPr/>
          <p:nvPr/>
        </p:nvSpPr>
        <p:spPr>
          <a:xfrm>
            <a:off x="1857600" y="2228040"/>
            <a:ext cx="1269720" cy="553680"/>
          </a:xfrm>
          <a:prstGeom prst="rect">
            <a:avLst/>
          </a:prstGeom>
          <a:noFill/>
          <a:ln w="0">
            <a:noFill/>
          </a:ln>
        </p:spPr>
        <p:style>
          <a:lnRef idx="0"/>
          <a:fillRef idx="0"/>
          <a:effectRef idx="0"/>
          <a:fontRef idx="minor"/>
        </p:style>
        <p:txBody>
          <a:bodyPr tIns="91440" bIns="91440" anchor="ctr">
            <a:noAutofit/>
          </a:bodyPr>
          <a:p>
            <a:pPr algn="ctr">
              <a:lnSpc>
                <a:spcPct val="100000"/>
              </a:lnSpc>
              <a:tabLst>
                <a:tab algn="l" pos="0"/>
              </a:tabLst>
            </a:pPr>
            <a:r>
              <a:rPr b="0" lang="en" sz="1600" strike="noStrike" u="none">
                <a:solidFill>
                  <a:schemeClr val="lt1"/>
                </a:solidFill>
                <a:effectLst/>
                <a:uFillTx/>
                <a:latin typeface="Syne SemiBold"/>
                <a:ea typeface="Syne SemiBold"/>
              </a:rPr>
              <a:t>$20 M</a:t>
            </a:r>
            <a:endParaRPr b="0" lang="es-ES" sz="1600" strike="noStrike" u="none">
              <a:solidFill>
                <a:srgbClr val="ffffff"/>
              </a:solidFill>
              <a:effectLst/>
              <a:uFillTx/>
              <a:latin typeface="Arial"/>
            </a:endParaRPr>
          </a:p>
        </p:txBody>
      </p:sp>
      <p:sp>
        <p:nvSpPr>
          <p:cNvPr id="176" name="Google Shape;287;p41"/>
          <p:cNvSpPr/>
          <p:nvPr/>
        </p:nvSpPr>
        <p:spPr>
          <a:xfrm>
            <a:off x="1857600" y="3618000"/>
            <a:ext cx="1269720" cy="553680"/>
          </a:xfrm>
          <a:prstGeom prst="rect">
            <a:avLst/>
          </a:prstGeom>
          <a:noFill/>
          <a:ln w="0">
            <a:noFill/>
          </a:ln>
        </p:spPr>
        <p:style>
          <a:lnRef idx="0"/>
          <a:fillRef idx="0"/>
          <a:effectRef idx="0"/>
          <a:fontRef idx="minor"/>
        </p:style>
        <p:txBody>
          <a:bodyPr tIns="91440" bIns="91440" anchor="ctr">
            <a:noAutofit/>
          </a:bodyPr>
          <a:p>
            <a:pPr algn="ctr">
              <a:lnSpc>
                <a:spcPct val="100000"/>
              </a:lnSpc>
              <a:tabLst>
                <a:tab algn="l" pos="0"/>
              </a:tabLst>
            </a:pPr>
            <a:r>
              <a:rPr b="0" lang="en" sz="1600" strike="noStrike" u="none">
                <a:solidFill>
                  <a:schemeClr val="lt1"/>
                </a:solidFill>
                <a:effectLst/>
                <a:uFillTx/>
                <a:latin typeface="Syne SemiBold"/>
                <a:ea typeface="Syne SemiBold"/>
              </a:rPr>
              <a:t>$5 M</a:t>
            </a:r>
            <a:endParaRPr b="0" lang="es-ES" sz="1600" strike="noStrike" u="none">
              <a:solidFill>
                <a:srgbClr val="ffffff"/>
              </a:solidFill>
              <a:effectLst/>
              <a:uFillTx/>
              <a:latin typeface="Arial"/>
            </a:endParaRPr>
          </a:p>
        </p:txBody>
      </p:sp>
      <p:sp>
        <p:nvSpPr>
          <p:cNvPr id="177" name="Google Shape;288;p41"/>
          <p:cNvSpPr/>
          <p:nvPr/>
        </p:nvSpPr>
        <p:spPr>
          <a:xfrm>
            <a:off x="4798080" y="1392480"/>
            <a:ext cx="288720" cy="288720"/>
          </a:xfrm>
          <a:prstGeom prst="rect">
            <a:avLst/>
          </a:prstGeom>
          <a:solidFill>
            <a:schemeClr val="accent2"/>
          </a:soli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effectLst/>
              <a:uFillTx/>
              <a:latin typeface="Arial"/>
            </a:endParaRPr>
          </a:p>
        </p:txBody>
      </p:sp>
      <p:sp>
        <p:nvSpPr>
          <p:cNvPr id="178" name="PlaceHolder 2"/>
          <p:cNvSpPr>
            <a:spLocks noGrp="1"/>
          </p:cNvSpPr>
          <p:nvPr>
            <p:ph type="subTitle"/>
          </p:nvPr>
        </p:nvSpPr>
        <p:spPr>
          <a:xfrm>
            <a:off x="5220360" y="1324800"/>
            <a:ext cx="3203280" cy="424080"/>
          </a:xfrm>
          <a:prstGeom prst="rect">
            <a:avLst/>
          </a:prstGeom>
          <a:noFill/>
          <a:ln w="0">
            <a:noFill/>
          </a:ln>
        </p:spPr>
        <p:txBody>
          <a:bodyPr lIns="91440" rIns="91440" tIns="91440" bIns="91440" anchor="b">
            <a:noAutofit/>
          </a:bodyPr>
          <a:p>
            <a:pPr>
              <a:lnSpc>
                <a:spcPct val="100000"/>
              </a:lnSpc>
              <a:tabLst>
                <a:tab algn="l" pos="0"/>
              </a:tabLst>
            </a:pPr>
            <a:r>
              <a:rPr b="0" lang="en" sz="1600" strike="noStrike" u="none">
                <a:solidFill>
                  <a:schemeClr val="dk1"/>
                </a:solidFill>
                <a:effectLst/>
                <a:uFillTx/>
                <a:latin typeface="Syne SemiBold"/>
                <a:ea typeface="Syne SemiBold"/>
              </a:rPr>
              <a:t>$100 M</a:t>
            </a:r>
            <a:endParaRPr b="0" lang="es-ES" sz="1600" strike="noStrike" u="none">
              <a:solidFill>
                <a:srgbClr val="ffffff"/>
              </a:solidFill>
              <a:effectLst/>
              <a:uFillTx/>
              <a:latin typeface="Arial"/>
            </a:endParaRPr>
          </a:p>
        </p:txBody>
      </p:sp>
      <p:sp>
        <p:nvSpPr>
          <p:cNvPr id="179" name="PlaceHolder 3"/>
          <p:cNvSpPr>
            <a:spLocks noGrp="1"/>
          </p:cNvSpPr>
          <p:nvPr>
            <p:ph type="subTitle"/>
          </p:nvPr>
        </p:nvSpPr>
        <p:spPr>
          <a:xfrm>
            <a:off x="5220360" y="1682280"/>
            <a:ext cx="3203280" cy="655200"/>
          </a:xfrm>
          <a:prstGeom prst="rect">
            <a:avLst/>
          </a:prstGeom>
          <a:noFill/>
          <a:ln w="0">
            <a:noFill/>
          </a:ln>
        </p:spPr>
        <p:txBody>
          <a:bodyPr lIns="91440" rIns="91440" tIns="91440" bIns="91440" anchor="t">
            <a:noAutofit/>
          </a:bodyPr>
          <a:p>
            <a:pPr>
              <a:lnSpc>
                <a:spcPct val="100000"/>
              </a:lnSpc>
              <a:tabLst>
                <a:tab algn="l" pos="0"/>
              </a:tabLst>
            </a:pPr>
            <a:r>
              <a:rPr b="0" lang="en" sz="1200" strike="noStrike" u="none">
                <a:solidFill>
                  <a:schemeClr val="dk1"/>
                </a:solidFill>
                <a:effectLst/>
                <a:uFillTx/>
                <a:latin typeface="Albert Sans"/>
                <a:ea typeface="Albert Sans"/>
              </a:rPr>
              <a:t>"With the innovative approach and unique features, we aim to capture a significant portion of the $100 million"</a:t>
            </a:r>
            <a:endParaRPr b="0" lang="es-ES" sz="1200" strike="noStrike" u="none">
              <a:solidFill>
                <a:srgbClr val="ffffff"/>
              </a:solidFill>
              <a:effectLst/>
              <a:uFillTx/>
              <a:latin typeface="Arial"/>
            </a:endParaRPr>
          </a:p>
        </p:txBody>
      </p:sp>
      <p:sp>
        <p:nvSpPr>
          <p:cNvPr id="180" name="PlaceHolder 4"/>
          <p:cNvSpPr>
            <a:spLocks noGrp="1"/>
          </p:cNvSpPr>
          <p:nvPr>
            <p:ph type="subTitle"/>
          </p:nvPr>
        </p:nvSpPr>
        <p:spPr>
          <a:xfrm>
            <a:off x="5220360" y="2427840"/>
            <a:ext cx="3203280" cy="424080"/>
          </a:xfrm>
          <a:prstGeom prst="rect">
            <a:avLst/>
          </a:prstGeom>
          <a:noFill/>
          <a:ln w="0">
            <a:noFill/>
          </a:ln>
        </p:spPr>
        <p:txBody>
          <a:bodyPr lIns="91440" rIns="91440" tIns="91440" bIns="91440" anchor="b">
            <a:noAutofit/>
          </a:bodyPr>
          <a:p>
            <a:pPr>
              <a:lnSpc>
                <a:spcPct val="100000"/>
              </a:lnSpc>
              <a:tabLst>
                <a:tab algn="l" pos="0"/>
              </a:tabLst>
            </a:pPr>
            <a:r>
              <a:rPr b="0" lang="en" sz="1600" strike="noStrike" u="none">
                <a:solidFill>
                  <a:schemeClr val="dk1"/>
                </a:solidFill>
                <a:effectLst/>
                <a:uFillTx/>
                <a:latin typeface="Syne SemiBold"/>
                <a:ea typeface="Syne SemiBold"/>
              </a:rPr>
              <a:t>$20 M</a:t>
            </a:r>
            <a:endParaRPr b="0" lang="es-ES" sz="1600" strike="noStrike" u="none">
              <a:solidFill>
                <a:srgbClr val="ffffff"/>
              </a:solidFill>
              <a:effectLst/>
              <a:uFillTx/>
              <a:latin typeface="Arial"/>
            </a:endParaRPr>
          </a:p>
        </p:txBody>
      </p:sp>
      <p:sp>
        <p:nvSpPr>
          <p:cNvPr id="181" name="PlaceHolder 5"/>
          <p:cNvSpPr>
            <a:spLocks noGrp="1"/>
          </p:cNvSpPr>
          <p:nvPr>
            <p:ph type="subTitle"/>
          </p:nvPr>
        </p:nvSpPr>
        <p:spPr>
          <a:xfrm>
            <a:off x="5220360" y="2785320"/>
            <a:ext cx="3203280" cy="655200"/>
          </a:xfrm>
          <a:prstGeom prst="rect">
            <a:avLst/>
          </a:prstGeom>
          <a:noFill/>
          <a:ln w="0">
            <a:noFill/>
          </a:ln>
        </p:spPr>
        <p:txBody>
          <a:bodyPr lIns="91440" rIns="91440" tIns="91440" bIns="91440" anchor="t">
            <a:noAutofit/>
          </a:bodyPr>
          <a:p>
            <a:pPr>
              <a:lnSpc>
                <a:spcPct val="100000"/>
              </a:lnSpc>
              <a:tabLst>
                <a:tab algn="l" pos="0"/>
              </a:tabLst>
            </a:pPr>
            <a:r>
              <a:rPr b="0" lang="en" sz="1200" strike="noStrike" u="none">
                <a:solidFill>
                  <a:schemeClr val="dk1"/>
                </a:solidFill>
                <a:effectLst/>
                <a:uFillTx/>
                <a:latin typeface="Albert Sans"/>
                <a:ea typeface="Albert Sans"/>
              </a:rPr>
              <a:t>"The research indicates that the market for [product/service] is projected to reach $20 million by next year"</a:t>
            </a:r>
            <a:endParaRPr b="0" lang="es-ES" sz="1200" strike="noStrike" u="none">
              <a:solidFill>
                <a:srgbClr val="ffffff"/>
              </a:solidFill>
              <a:effectLst/>
              <a:uFillTx/>
              <a:latin typeface="Arial"/>
            </a:endParaRPr>
          </a:p>
        </p:txBody>
      </p:sp>
      <p:sp>
        <p:nvSpPr>
          <p:cNvPr id="182" name="PlaceHolder 6"/>
          <p:cNvSpPr>
            <a:spLocks noGrp="1"/>
          </p:cNvSpPr>
          <p:nvPr>
            <p:ph type="subTitle"/>
          </p:nvPr>
        </p:nvSpPr>
        <p:spPr>
          <a:xfrm>
            <a:off x="5220360" y="3530880"/>
            <a:ext cx="3203280" cy="424080"/>
          </a:xfrm>
          <a:prstGeom prst="rect">
            <a:avLst/>
          </a:prstGeom>
          <a:noFill/>
          <a:ln w="0">
            <a:noFill/>
          </a:ln>
        </p:spPr>
        <p:txBody>
          <a:bodyPr lIns="91440" rIns="91440" tIns="91440" bIns="91440" anchor="b">
            <a:noAutofit/>
          </a:bodyPr>
          <a:p>
            <a:pPr>
              <a:lnSpc>
                <a:spcPct val="100000"/>
              </a:lnSpc>
              <a:tabLst>
                <a:tab algn="l" pos="0"/>
              </a:tabLst>
            </a:pPr>
            <a:r>
              <a:rPr b="0" lang="en" sz="1600" strike="noStrike" u="none">
                <a:solidFill>
                  <a:schemeClr val="dk1"/>
                </a:solidFill>
                <a:effectLst/>
                <a:uFillTx/>
                <a:latin typeface="Syne SemiBold"/>
                <a:ea typeface="Syne SemiBold"/>
              </a:rPr>
              <a:t>$5 M</a:t>
            </a:r>
            <a:endParaRPr b="0" lang="es-ES" sz="1600" strike="noStrike" u="none">
              <a:solidFill>
                <a:srgbClr val="ffffff"/>
              </a:solidFill>
              <a:effectLst/>
              <a:uFillTx/>
              <a:latin typeface="Arial"/>
            </a:endParaRPr>
          </a:p>
        </p:txBody>
      </p:sp>
      <p:sp>
        <p:nvSpPr>
          <p:cNvPr id="183" name="PlaceHolder 7"/>
          <p:cNvSpPr>
            <a:spLocks noGrp="1"/>
          </p:cNvSpPr>
          <p:nvPr>
            <p:ph type="subTitle"/>
          </p:nvPr>
        </p:nvSpPr>
        <p:spPr>
          <a:xfrm>
            <a:off x="5220360" y="3888360"/>
            <a:ext cx="3203280" cy="655200"/>
          </a:xfrm>
          <a:prstGeom prst="rect">
            <a:avLst/>
          </a:prstGeom>
          <a:noFill/>
          <a:ln w="0">
            <a:noFill/>
          </a:ln>
        </p:spPr>
        <p:txBody>
          <a:bodyPr lIns="91440" rIns="91440" tIns="91440" bIns="91440" anchor="t">
            <a:noAutofit/>
          </a:bodyPr>
          <a:p>
            <a:pPr>
              <a:lnSpc>
                <a:spcPct val="100000"/>
              </a:lnSpc>
              <a:tabLst>
                <a:tab algn="l" pos="0"/>
              </a:tabLst>
            </a:pPr>
            <a:r>
              <a:rPr b="0" lang="en" sz="1200" strike="noStrike" u="none">
                <a:solidFill>
                  <a:schemeClr val="dk1"/>
                </a:solidFill>
                <a:effectLst/>
                <a:uFillTx/>
                <a:latin typeface="Albert Sans"/>
                <a:ea typeface="Albert Sans"/>
              </a:rPr>
              <a:t>"The market for [product/service] is currently valued at $5 million"</a:t>
            </a:r>
            <a:endParaRPr b="0" lang="es-ES" sz="1200" strike="noStrike" u="none">
              <a:solidFill>
                <a:srgbClr val="ffffff"/>
              </a:solidFill>
              <a:effectLst/>
              <a:uFillTx/>
              <a:latin typeface="Arial"/>
            </a:endParaRPr>
          </a:p>
        </p:txBody>
      </p:sp>
      <p:sp>
        <p:nvSpPr>
          <p:cNvPr id="184" name="Google Shape;295;p41"/>
          <p:cNvSpPr/>
          <p:nvPr/>
        </p:nvSpPr>
        <p:spPr>
          <a:xfrm>
            <a:off x="4798080" y="2495520"/>
            <a:ext cx="288720" cy="288720"/>
          </a:xfrm>
          <a:prstGeom prst="rect">
            <a:avLst/>
          </a:prstGeom>
          <a:solidFill>
            <a:schemeClr val="lt2"/>
          </a:soli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effectLst/>
              <a:uFillTx/>
              <a:latin typeface="Arial"/>
            </a:endParaRPr>
          </a:p>
        </p:txBody>
      </p:sp>
      <p:sp>
        <p:nvSpPr>
          <p:cNvPr id="185" name="Google Shape;296;p41"/>
          <p:cNvSpPr/>
          <p:nvPr/>
        </p:nvSpPr>
        <p:spPr>
          <a:xfrm>
            <a:off x="4798080" y="3598560"/>
            <a:ext cx="288720" cy="288720"/>
          </a:xfrm>
          <a:prstGeom prst="rect">
            <a:avLst/>
          </a:prstGeom>
          <a:solidFill>
            <a:schemeClr val="dk1"/>
          </a:soli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6" name="PlaceHolder 1"/>
          <p:cNvSpPr>
            <a:spLocks noGrp="1"/>
          </p:cNvSpPr>
          <p:nvPr>
            <p:ph type="title"/>
          </p:nvPr>
        </p:nvSpPr>
        <p:spPr>
          <a:xfrm>
            <a:off x="713160" y="539640"/>
            <a:ext cx="2836440" cy="785520"/>
          </a:xfrm>
          <a:prstGeom prst="rect">
            <a:avLst/>
          </a:prstGeom>
          <a:noFill/>
          <a:ln w="0">
            <a:noFill/>
          </a:ln>
        </p:spPr>
        <p:txBody>
          <a:bodyPr lIns="91440" rIns="91440" tIns="91440" bIns="91440" anchor="b">
            <a:noAutofit/>
          </a:bodyPr>
          <a:p>
            <a:pPr indent="0">
              <a:lnSpc>
                <a:spcPct val="100000"/>
              </a:lnSpc>
              <a:buNone/>
              <a:tabLst>
                <a:tab algn="l" pos="0"/>
              </a:tabLst>
            </a:pPr>
            <a:r>
              <a:rPr b="0" lang="en" sz="5000" strike="noStrike" u="none">
                <a:solidFill>
                  <a:schemeClr val="dk1"/>
                </a:solidFill>
                <a:effectLst/>
                <a:uFillTx/>
                <a:latin typeface="Syne SemiBold"/>
                <a:ea typeface="Syne SemiBold"/>
              </a:rPr>
              <a:t>Thanks!</a:t>
            </a:r>
            <a:endParaRPr b="0" lang="es-ES" sz="5000" strike="noStrike" u="none">
              <a:solidFill>
                <a:srgbClr val="000000"/>
              </a:solidFill>
              <a:effectLst/>
              <a:uFillTx/>
              <a:latin typeface="Arial"/>
            </a:endParaRPr>
          </a:p>
        </p:txBody>
      </p:sp>
      <p:sp>
        <p:nvSpPr>
          <p:cNvPr id="187" name="PlaceHolder 2"/>
          <p:cNvSpPr>
            <a:spLocks noGrp="1"/>
          </p:cNvSpPr>
          <p:nvPr>
            <p:ph type="subTitle"/>
          </p:nvPr>
        </p:nvSpPr>
        <p:spPr>
          <a:xfrm>
            <a:off x="713160" y="1325520"/>
            <a:ext cx="2836440" cy="1058400"/>
          </a:xfrm>
          <a:prstGeom prst="rect">
            <a:avLst/>
          </a:prstGeom>
          <a:noFill/>
          <a:ln w="0">
            <a:noFill/>
          </a:ln>
        </p:spPr>
        <p:txBody>
          <a:bodyPr lIns="91440" rIns="91440" tIns="91440" bIns="91440" anchor="t">
            <a:noAutofit/>
          </a:bodyPr>
          <a:p>
            <a:pPr indent="0">
              <a:lnSpc>
                <a:spcPct val="100000"/>
              </a:lnSpc>
              <a:buNone/>
              <a:tabLst>
                <a:tab algn="l" pos="0"/>
              </a:tabLst>
            </a:pPr>
            <a:r>
              <a:rPr b="1" lang="en" sz="1400" strike="noStrike" u="none">
                <a:solidFill>
                  <a:schemeClr val="dk1"/>
                </a:solidFill>
                <a:effectLst/>
                <a:uFillTx/>
                <a:latin typeface="Albert Sans"/>
                <a:ea typeface="Albert Sans"/>
              </a:rPr>
              <a:t>Do you have any questions?</a:t>
            </a:r>
            <a:endParaRPr b="0" lang="es-ES" sz="1400" strike="noStrike" u="none">
              <a:solidFill>
                <a:srgbClr val="ffffff"/>
              </a:solidFill>
              <a:effectLst/>
              <a:uFillTx/>
              <a:latin typeface="Arial"/>
            </a:endParaRPr>
          </a:p>
          <a:p>
            <a:pPr indent="0">
              <a:lnSpc>
                <a:spcPct val="100000"/>
              </a:lnSpc>
              <a:spcBef>
                <a:spcPts val="1001"/>
              </a:spcBef>
              <a:buNone/>
              <a:tabLst>
                <a:tab algn="l" pos="0"/>
              </a:tabLst>
            </a:pPr>
            <a:r>
              <a:rPr b="0" lang="en" sz="1400" strike="noStrike" u="none">
                <a:solidFill>
                  <a:schemeClr val="dk1"/>
                </a:solidFill>
                <a:effectLst/>
                <a:uFillTx/>
                <a:latin typeface="Albert Sans"/>
                <a:ea typeface="Albert Sans"/>
              </a:rPr>
              <a:t>youremail@freepik.com</a:t>
            </a:r>
            <a:endParaRPr b="0" lang="es-ES" sz="1400" strike="noStrike" u="none">
              <a:solidFill>
                <a:srgbClr val="ffffff"/>
              </a:solidFill>
              <a:effectLst/>
              <a:uFillTx/>
              <a:latin typeface="Arial"/>
            </a:endParaRPr>
          </a:p>
          <a:p>
            <a:pPr indent="0">
              <a:lnSpc>
                <a:spcPct val="100000"/>
              </a:lnSpc>
              <a:buNone/>
              <a:tabLst>
                <a:tab algn="l" pos="0"/>
              </a:tabLst>
            </a:pPr>
            <a:r>
              <a:rPr b="0" lang="en" sz="1400" strike="noStrike" u="none">
                <a:solidFill>
                  <a:schemeClr val="dk1"/>
                </a:solidFill>
                <a:effectLst/>
                <a:uFillTx/>
                <a:latin typeface="Albert Sans"/>
                <a:ea typeface="Albert Sans"/>
              </a:rPr>
              <a:t>+34 654 321 432</a:t>
            </a:r>
            <a:endParaRPr b="0" lang="es-ES" sz="1400" strike="noStrike" u="none">
              <a:solidFill>
                <a:srgbClr val="ffffff"/>
              </a:solidFill>
              <a:effectLst/>
              <a:uFillTx/>
              <a:latin typeface="Arial"/>
            </a:endParaRPr>
          </a:p>
          <a:p>
            <a:pPr indent="0">
              <a:lnSpc>
                <a:spcPct val="100000"/>
              </a:lnSpc>
              <a:buNone/>
              <a:tabLst>
                <a:tab algn="l" pos="0"/>
              </a:tabLst>
            </a:pPr>
            <a:r>
              <a:rPr b="0" lang="en" sz="1400" strike="noStrike" u="none">
                <a:solidFill>
                  <a:schemeClr val="dk1"/>
                </a:solidFill>
                <a:effectLst/>
                <a:uFillTx/>
                <a:latin typeface="Albert Sans"/>
                <a:ea typeface="Albert Sans"/>
              </a:rPr>
              <a:t>yourwebsite.com</a:t>
            </a:r>
            <a:endParaRPr b="0" lang="es-ES" sz="1400" strike="noStrike" u="none">
              <a:solidFill>
                <a:srgbClr val="ffffff"/>
              </a:solidFill>
              <a:effectLst/>
              <a:uFillTx/>
              <a:latin typeface="Arial"/>
            </a:endParaRPr>
          </a:p>
        </p:txBody>
      </p:sp>
      <p:grpSp>
        <p:nvGrpSpPr>
          <p:cNvPr id="188" name="Google Shape;303;p42"/>
          <p:cNvGrpSpPr/>
          <p:nvPr/>
        </p:nvGrpSpPr>
        <p:grpSpPr>
          <a:xfrm>
            <a:off x="6273360" y="3321720"/>
            <a:ext cx="275760" cy="275760"/>
            <a:chOff x="6273360" y="3321720"/>
            <a:chExt cx="275760" cy="275760"/>
          </a:xfrm>
        </p:grpSpPr>
        <p:sp>
          <p:nvSpPr>
            <p:cNvPr id="189" name="Google Shape;304;p42"/>
            <p:cNvSpPr/>
            <p:nvPr/>
          </p:nvSpPr>
          <p:spPr>
            <a:xfrm>
              <a:off x="6273360" y="3321720"/>
              <a:ext cx="275760" cy="275760"/>
            </a:xfrm>
            <a:custGeom>
              <a:avLst/>
              <a:gdLst>
                <a:gd name="textAreaLeft" fmla="*/ 0 w 275760"/>
                <a:gd name="textAreaRight" fmla="*/ 276120 w 275760"/>
                <a:gd name="textAreaTop" fmla="*/ 0 h 275760"/>
                <a:gd name="textAreaBottom" fmla="*/ 276120 h 275760"/>
              </a:gdLst>
              <a:ahLst/>
              <a:cxnLst/>
              <a:rect l="textAreaLeft" t="textAreaTop" r="textAreaRight" b="textAreaBottom"/>
              <a:pathLst>
                <a:path w="6764" h="6764">
                  <a:moveTo>
                    <a:pt x="5335" y="346"/>
                  </a:moveTo>
                  <a:cubicBezTo>
                    <a:pt x="5930" y="346"/>
                    <a:pt x="6418" y="834"/>
                    <a:pt x="6418" y="1429"/>
                  </a:cubicBezTo>
                  <a:lnTo>
                    <a:pt x="6418" y="5335"/>
                  </a:lnTo>
                  <a:cubicBezTo>
                    <a:pt x="6418" y="5930"/>
                    <a:pt x="5930" y="6418"/>
                    <a:pt x="5335" y="6418"/>
                  </a:cubicBezTo>
                  <a:lnTo>
                    <a:pt x="1429" y="6418"/>
                  </a:lnTo>
                  <a:cubicBezTo>
                    <a:pt x="834" y="6418"/>
                    <a:pt x="346" y="5930"/>
                    <a:pt x="346" y="5335"/>
                  </a:cubicBezTo>
                  <a:lnTo>
                    <a:pt x="346" y="1429"/>
                  </a:lnTo>
                  <a:cubicBezTo>
                    <a:pt x="346" y="834"/>
                    <a:pt x="834" y="346"/>
                    <a:pt x="1429" y="346"/>
                  </a:cubicBezTo>
                  <a:close/>
                  <a:moveTo>
                    <a:pt x="1429" y="1"/>
                  </a:moveTo>
                  <a:cubicBezTo>
                    <a:pt x="644" y="1"/>
                    <a:pt x="1" y="644"/>
                    <a:pt x="1" y="1429"/>
                  </a:cubicBezTo>
                  <a:lnTo>
                    <a:pt x="1" y="5335"/>
                  </a:lnTo>
                  <a:cubicBezTo>
                    <a:pt x="1" y="6120"/>
                    <a:pt x="644" y="6763"/>
                    <a:pt x="1429" y="6763"/>
                  </a:cubicBezTo>
                  <a:lnTo>
                    <a:pt x="5335" y="6763"/>
                  </a:lnTo>
                  <a:cubicBezTo>
                    <a:pt x="6121" y="6763"/>
                    <a:pt x="6763" y="6120"/>
                    <a:pt x="6763" y="5335"/>
                  </a:cubicBezTo>
                  <a:lnTo>
                    <a:pt x="6763" y="1429"/>
                  </a:lnTo>
                  <a:cubicBezTo>
                    <a:pt x="6763" y="644"/>
                    <a:pt x="6121" y="1"/>
                    <a:pt x="5335" y="1"/>
                  </a:cubicBezTo>
                  <a:close/>
                </a:path>
              </a:pathLst>
            </a:custGeom>
            <a:solidFill>
              <a:schemeClr val="dk1"/>
            </a:soli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effectLst/>
                <a:uFillTx/>
                <a:latin typeface="Arial"/>
              </a:endParaRPr>
            </a:p>
          </p:txBody>
        </p:sp>
        <p:sp>
          <p:nvSpPr>
            <p:cNvPr id="190" name="Google Shape;305;p42"/>
            <p:cNvSpPr/>
            <p:nvPr/>
          </p:nvSpPr>
          <p:spPr>
            <a:xfrm>
              <a:off x="6337440" y="3387240"/>
              <a:ext cx="146880" cy="144000"/>
            </a:xfrm>
            <a:custGeom>
              <a:avLst/>
              <a:gdLst>
                <a:gd name="textAreaLeft" fmla="*/ 0 w 146880"/>
                <a:gd name="textAreaRight" fmla="*/ 147240 w 146880"/>
                <a:gd name="textAreaTop" fmla="*/ 0 h 144000"/>
                <a:gd name="textAreaBottom" fmla="*/ 144360 h 144000"/>
              </a:gdLst>
              <a:ahLst/>
              <a:cxnLst/>
              <a:rect l="textAreaLeft" t="textAreaTop" r="textAreaRight" b="textAreaBottom"/>
              <a:pathLst>
                <a:path w="3607" h="3542">
                  <a:moveTo>
                    <a:pt x="1822" y="0"/>
                  </a:moveTo>
                  <a:cubicBezTo>
                    <a:pt x="812" y="0"/>
                    <a:pt x="1" y="851"/>
                    <a:pt x="59" y="1859"/>
                  </a:cubicBezTo>
                  <a:cubicBezTo>
                    <a:pt x="95" y="2776"/>
                    <a:pt x="833" y="3502"/>
                    <a:pt x="1726" y="3538"/>
                  </a:cubicBezTo>
                  <a:cubicBezTo>
                    <a:pt x="1764" y="3541"/>
                    <a:pt x="1802" y="3542"/>
                    <a:pt x="1840" y="3542"/>
                  </a:cubicBezTo>
                  <a:cubicBezTo>
                    <a:pt x="2178" y="3542"/>
                    <a:pt x="2494" y="3447"/>
                    <a:pt x="2762" y="3276"/>
                  </a:cubicBezTo>
                  <a:cubicBezTo>
                    <a:pt x="2857" y="3217"/>
                    <a:pt x="2869" y="3086"/>
                    <a:pt x="2797" y="3014"/>
                  </a:cubicBezTo>
                  <a:cubicBezTo>
                    <a:pt x="2761" y="2978"/>
                    <a:pt x="2711" y="2964"/>
                    <a:pt x="2664" y="2964"/>
                  </a:cubicBezTo>
                  <a:cubicBezTo>
                    <a:pt x="2634" y="2964"/>
                    <a:pt x="2606" y="2969"/>
                    <a:pt x="2583" y="2979"/>
                  </a:cubicBezTo>
                  <a:cubicBezTo>
                    <a:pt x="2380" y="3096"/>
                    <a:pt x="2149" y="3185"/>
                    <a:pt x="1897" y="3185"/>
                  </a:cubicBezTo>
                  <a:cubicBezTo>
                    <a:pt x="1868" y="3185"/>
                    <a:pt x="1839" y="3183"/>
                    <a:pt x="1809" y="3181"/>
                  </a:cubicBezTo>
                  <a:cubicBezTo>
                    <a:pt x="1023" y="3169"/>
                    <a:pt x="380" y="2514"/>
                    <a:pt x="392" y="1716"/>
                  </a:cubicBezTo>
                  <a:cubicBezTo>
                    <a:pt x="426" y="948"/>
                    <a:pt x="1028" y="330"/>
                    <a:pt x="1792" y="330"/>
                  </a:cubicBezTo>
                  <a:cubicBezTo>
                    <a:pt x="1833" y="330"/>
                    <a:pt x="1874" y="332"/>
                    <a:pt x="1916" y="335"/>
                  </a:cubicBezTo>
                  <a:cubicBezTo>
                    <a:pt x="2619" y="371"/>
                    <a:pt x="3190" y="943"/>
                    <a:pt x="3250" y="1633"/>
                  </a:cubicBezTo>
                  <a:cubicBezTo>
                    <a:pt x="3285" y="1919"/>
                    <a:pt x="3214" y="2193"/>
                    <a:pt x="3095" y="2431"/>
                  </a:cubicBezTo>
                  <a:cubicBezTo>
                    <a:pt x="3059" y="2490"/>
                    <a:pt x="3059" y="2574"/>
                    <a:pt x="3119" y="2633"/>
                  </a:cubicBezTo>
                  <a:cubicBezTo>
                    <a:pt x="3149" y="2663"/>
                    <a:pt x="3191" y="2678"/>
                    <a:pt x="3234" y="2678"/>
                  </a:cubicBezTo>
                  <a:cubicBezTo>
                    <a:pt x="3295" y="2678"/>
                    <a:pt x="3358" y="2648"/>
                    <a:pt x="3393" y="2586"/>
                  </a:cubicBezTo>
                  <a:cubicBezTo>
                    <a:pt x="3536" y="2324"/>
                    <a:pt x="3607" y="2014"/>
                    <a:pt x="3583" y="1669"/>
                  </a:cubicBezTo>
                  <a:cubicBezTo>
                    <a:pt x="3536" y="764"/>
                    <a:pt x="2797" y="50"/>
                    <a:pt x="1904" y="2"/>
                  </a:cubicBezTo>
                  <a:cubicBezTo>
                    <a:pt x="1877" y="1"/>
                    <a:pt x="1849" y="0"/>
                    <a:pt x="1822" y="0"/>
                  </a:cubicBezTo>
                  <a:close/>
                </a:path>
              </a:pathLst>
            </a:custGeom>
            <a:solidFill>
              <a:schemeClr val="dk1"/>
            </a:solidFill>
            <a:ln w="0">
              <a:noFill/>
            </a:ln>
          </p:spPr>
          <p:style>
            <a:lnRef idx="0"/>
            <a:fillRef idx="0"/>
            <a:effectRef idx="0"/>
            <a:fontRef idx="minor"/>
          </p:style>
          <p:txBody>
            <a:bodyPr tIns="72000" bIns="72000" anchor="ctr">
              <a:noAutofit/>
            </a:bodyPr>
            <a:p>
              <a:pPr>
                <a:lnSpc>
                  <a:spcPct val="100000"/>
                </a:lnSpc>
                <a:tabLst>
                  <a:tab algn="l" pos="0"/>
                </a:tabLst>
              </a:pPr>
              <a:endParaRPr b="0" lang="es-ES" sz="1400" strike="noStrike" u="none">
                <a:solidFill>
                  <a:srgbClr val="000000"/>
                </a:solidFill>
                <a:effectLst/>
                <a:uFillTx/>
                <a:latin typeface="Arial"/>
              </a:endParaRPr>
            </a:p>
          </p:txBody>
        </p:sp>
        <p:sp>
          <p:nvSpPr>
            <p:cNvPr id="191" name="Google Shape;306;p42"/>
            <p:cNvSpPr/>
            <p:nvPr/>
          </p:nvSpPr>
          <p:spPr>
            <a:xfrm>
              <a:off x="6467040" y="3357360"/>
              <a:ext cx="37440" cy="37080"/>
            </a:xfrm>
            <a:custGeom>
              <a:avLst/>
              <a:gdLst>
                <a:gd name="textAreaLeft" fmla="*/ 0 w 37440"/>
                <a:gd name="textAreaRight" fmla="*/ 37800 w 37440"/>
                <a:gd name="textAreaTop" fmla="*/ 0 h 37080"/>
                <a:gd name="textAreaBottom" fmla="*/ 37440 h 37080"/>
              </a:gdLst>
              <a:ahLst/>
              <a:cxnLst/>
              <a:rect l="textAreaLeft" t="textAreaTop" r="textAreaRight" b="textAreaBottom"/>
              <a:pathLst>
                <a:path w="929" h="918">
                  <a:moveTo>
                    <a:pt x="465" y="1"/>
                  </a:moveTo>
                  <a:cubicBezTo>
                    <a:pt x="203" y="1"/>
                    <a:pt x="0" y="203"/>
                    <a:pt x="0" y="453"/>
                  </a:cubicBezTo>
                  <a:cubicBezTo>
                    <a:pt x="0" y="715"/>
                    <a:pt x="203" y="918"/>
                    <a:pt x="465" y="918"/>
                  </a:cubicBezTo>
                  <a:cubicBezTo>
                    <a:pt x="715" y="918"/>
                    <a:pt x="929" y="715"/>
                    <a:pt x="929" y="453"/>
                  </a:cubicBezTo>
                  <a:cubicBezTo>
                    <a:pt x="929" y="203"/>
                    <a:pt x="715" y="1"/>
                    <a:pt x="465" y="1"/>
                  </a:cubicBezTo>
                  <a:close/>
                </a:path>
              </a:pathLst>
            </a:custGeom>
            <a:solidFill>
              <a:schemeClr val="dk1"/>
            </a:solidFill>
            <a:ln w="0">
              <a:noFill/>
            </a:ln>
          </p:spPr>
          <p:style>
            <a:lnRef idx="0"/>
            <a:fillRef idx="0"/>
            <a:effectRef idx="0"/>
            <a:fontRef idx="minor"/>
          </p:style>
          <p:txBody>
            <a:bodyPr tIns="18720" bIns="18720" anchor="ctr">
              <a:noAutofit/>
            </a:bodyPr>
            <a:p>
              <a:pPr>
                <a:lnSpc>
                  <a:spcPct val="100000"/>
                </a:lnSpc>
                <a:tabLst>
                  <a:tab algn="l" pos="0"/>
                </a:tabLst>
              </a:pPr>
              <a:endParaRPr b="0" lang="es-ES" sz="1400" strike="noStrike" u="none">
                <a:solidFill>
                  <a:srgbClr val="000000"/>
                </a:solidFill>
                <a:effectLst/>
                <a:uFillTx/>
                <a:latin typeface="Arial"/>
              </a:endParaRPr>
            </a:p>
          </p:txBody>
        </p:sp>
      </p:grpSp>
      <p:grpSp>
        <p:nvGrpSpPr>
          <p:cNvPr id="192" name="Google Shape;307;p42"/>
          <p:cNvGrpSpPr/>
          <p:nvPr/>
        </p:nvGrpSpPr>
        <p:grpSpPr>
          <a:xfrm>
            <a:off x="7139160" y="3340440"/>
            <a:ext cx="266400" cy="238320"/>
            <a:chOff x="7139160" y="3340440"/>
            <a:chExt cx="266400" cy="238320"/>
          </a:xfrm>
        </p:grpSpPr>
        <p:sp>
          <p:nvSpPr>
            <p:cNvPr id="193" name="Google Shape;308;p42"/>
            <p:cNvSpPr/>
            <p:nvPr/>
          </p:nvSpPr>
          <p:spPr>
            <a:xfrm>
              <a:off x="7148520" y="3424680"/>
              <a:ext cx="60840" cy="154080"/>
            </a:xfrm>
            <a:custGeom>
              <a:avLst/>
              <a:gdLst>
                <a:gd name="textAreaLeft" fmla="*/ 0 w 60840"/>
                <a:gd name="textAreaRight" fmla="*/ 61200 w 60840"/>
                <a:gd name="textAreaTop" fmla="*/ 0 h 154080"/>
                <a:gd name="textAreaBottom" fmla="*/ 154440 h 154080"/>
              </a:gdLst>
              <a:ahLst/>
              <a:cxnLst/>
              <a:rect l="textAreaLeft" t="textAreaTop" r="textAreaRight" b="textAreaBottom"/>
              <a:pathLst>
                <a:path w="1502" h="3787">
                  <a:moveTo>
                    <a:pt x="1168" y="346"/>
                  </a:moveTo>
                  <a:lnTo>
                    <a:pt x="1168" y="3430"/>
                  </a:lnTo>
                  <a:lnTo>
                    <a:pt x="358" y="3430"/>
                  </a:lnTo>
                  <a:lnTo>
                    <a:pt x="358" y="346"/>
                  </a:lnTo>
                  <a:close/>
                  <a:moveTo>
                    <a:pt x="180" y="1"/>
                  </a:moveTo>
                  <a:cubicBezTo>
                    <a:pt x="96" y="1"/>
                    <a:pt x="1" y="72"/>
                    <a:pt x="1" y="179"/>
                  </a:cubicBezTo>
                  <a:lnTo>
                    <a:pt x="1" y="3608"/>
                  </a:lnTo>
                  <a:cubicBezTo>
                    <a:pt x="1" y="3703"/>
                    <a:pt x="72" y="3787"/>
                    <a:pt x="180" y="3787"/>
                  </a:cubicBezTo>
                  <a:lnTo>
                    <a:pt x="1323" y="3787"/>
                  </a:lnTo>
                  <a:cubicBezTo>
                    <a:pt x="1418" y="3787"/>
                    <a:pt x="1501" y="3715"/>
                    <a:pt x="1501" y="3608"/>
                  </a:cubicBezTo>
                  <a:lnTo>
                    <a:pt x="1501" y="179"/>
                  </a:lnTo>
                  <a:cubicBezTo>
                    <a:pt x="1501" y="72"/>
                    <a:pt x="1430" y="1"/>
                    <a:pt x="1323" y="1"/>
                  </a:cubicBezTo>
                  <a:close/>
                </a:path>
              </a:pathLst>
            </a:custGeom>
            <a:solidFill>
              <a:schemeClr val="dk1"/>
            </a:solidFill>
            <a:ln w="0">
              <a:noFill/>
            </a:ln>
          </p:spPr>
          <p:style>
            <a:lnRef idx="0"/>
            <a:fillRef idx="0"/>
            <a:effectRef idx="0"/>
            <a:fontRef idx="minor"/>
          </p:style>
          <p:txBody>
            <a:bodyPr tIns="77040" bIns="77040" anchor="ctr">
              <a:noAutofit/>
            </a:bodyPr>
            <a:p>
              <a:pPr>
                <a:lnSpc>
                  <a:spcPct val="100000"/>
                </a:lnSpc>
                <a:tabLst>
                  <a:tab algn="l" pos="0"/>
                </a:tabLst>
              </a:pPr>
              <a:endParaRPr b="0" lang="es-ES" sz="1400" strike="noStrike" u="none">
                <a:solidFill>
                  <a:srgbClr val="000000"/>
                </a:solidFill>
                <a:effectLst/>
                <a:uFillTx/>
                <a:latin typeface="Arial"/>
              </a:endParaRPr>
            </a:p>
          </p:txBody>
        </p:sp>
        <p:sp>
          <p:nvSpPr>
            <p:cNvPr id="194" name="Google Shape;309;p42"/>
            <p:cNvSpPr/>
            <p:nvPr/>
          </p:nvSpPr>
          <p:spPr>
            <a:xfrm>
              <a:off x="7139160" y="3340440"/>
              <a:ext cx="70200" cy="70200"/>
            </a:xfrm>
            <a:custGeom>
              <a:avLst/>
              <a:gdLst>
                <a:gd name="textAreaLeft" fmla="*/ 0 w 70200"/>
                <a:gd name="textAreaRight" fmla="*/ 70560 w 70200"/>
                <a:gd name="textAreaTop" fmla="*/ 0 h 70200"/>
                <a:gd name="textAreaBottom" fmla="*/ 70560 h 70200"/>
              </a:gdLst>
              <a:ahLst/>
              <a:cxnLst/>
              <a:rect l="textAreaLeft" t="textAreaTop" r="textAreaRight" b="textAreaBottom"/>
              <a:pathLst>
                <a:path w="1728" h="1728">
                  <a:moveTo>
                    <a:pt x="870" y="334"/>
                  </a:moveTo>
                  <a:cubicBezTo>
                    <a:pt x="1156" y="334"/>
                    <a:pt x="1394" y="572"/>
                    <a:pt x="1394" y="846"/>
                  </a:cubicBezTo>
                  <a:cubicBezTo>
                    <a:pt x="1394" y="1132"/>
                    <a:pt x="1156" y="1370"/>
                    <a:pt x="870" y="1370"/>
                  </a:cubicBezTo>
                  <a:cubicBezTo>
                    <a:pt x="584" y="1370"/>
                    <a:pt x="346" y="1132"/>
                    <a:pt x="346" y="846"/>
                  </a:cubicBezTo>
                  <a:cubicBezTo>
                    <a:pt x="346" y="572"/>
                    <a:pt x="584" y="334"/>
                    <a:pt x="870" y="334"/>
                  </a:cubicBezTo>
                  <a:close/>
                  <a:moveTo>
                    <a:pt x="870" y="1"/>
                  </a:moveTo>
                  <a:cubicBezTo>
                    <a:pt x="394" y="1"/>
                    <a:pt x="1" y="394"/>
                    <a:pt x="1" y="870"/>
                  </a:cubicBezTo>
                  <a:cubicBezTo>
                    <a:pt x="1" y="1346"/>
                    <a:pt x="394" y="1727"/>
                    <a:pt x="870" y="1727"/>
                  </a:cubicBezTo>
                  <a:cubicBezTo>
                    <a:pt x="1346" y="1727"/>
                    <a:pt x="1727" y="1334"/>
                    <a:pt x="1727" y="870"/>
                  </a:cubicBezTo>
                  <a:cubicBezTo>
                    <a:pt x="1727" y="394"/>
                    <a:pt x="1346" y="1"/>
                    <a:pt x="870" y="1"/>
                  </a:cubicBezTo>
                  <a:close/>
                </a:path>
              </a:pathLst>
            </a:custGeom>
            <a:solidFill>
              <a:schemeClr val="dk1"/>
            </a:solidFill>
            <a:ln w="0">
              <a:noFill/>
            </a:ln>
          </p:spPr>
          <p:style>
            <a:lnRef idx="0"/>
            <a:fillRef idx="0"/>
            <a:effectRef idx="0"/>
            <a:fontRef idx="minor"/>
          </p:style>
          <p:txBody>
            <a:bodyPr tIns="35280" bIns="35280" anchor="ctr">
              <a:noAutofit/>
            </a:bodyPr>
            <a:p>
              <a:pPr>
                <a:lnSpc>
                  <a:spcPct val="100000"/>
                </a:lnSpc>
                <a:tabLst>
                  <a:tab algn="l" pos="0"/>
                </a:tabLst>
              </a:pPr>
              <a:endParaRPr b="0" lang="es-ES" sz="1400" strike="noStrike" u="none">
                <a:solidFill>
                  <a:srgbClr val="000000"/>
                </a:solidFill>
                <a:effectLst/>
                <a:uFillTx/>
                <a:latin typeface="Arial"/>
              </a:endParaRPr>
            </a:p>
          </p:txBody>
        </p:sp>
        <p:sp>
          <p:nvSpPr>
            <p:cNvPr id="195" name="Google Shape;310;p42"/>
            <p:cNvSpPr/>
            <p:nvPr/>
          </p:nvSpPr>
          <p:spPr>
            <a:xfrm>
              <a:off x="7241760" y="3424680"/>
              <a:ext cx="163800" cy="154080"/>
            </a:xfrm>
            <a:custGeom>
              <a:avLst/>
              <a:gdLst>
                <a:gd name="textAreaLeft" fmla="*/ 0 w 163800"/>
                <a:gd name="textAreaRight" fmla="*/ 164160 w 163800"/>
                <a:gd name="textAreaTop" fmla="*/ 0 h 154080"/>
                <a:gd name="textAreaBottom" fmla="*/ 154440 h 154080"/>
              </a:gdLst>
              <a:ahLst/>
              <a:cxnLst/>
              <a:rect l="textAreaLeft" t="textAreaTop" r="textAreaRight" b="textAreaBottom"/>
              <a:pathLst>
                <a:path w="4026" h="3787">
                  <a:moveTo>
                    <a:pt x="191" y="1"/>
                  </a:moveTo>
                  <a:cubicBezTo>
                    <a:pt x="96" y="1"/>
                    <a:pt x="1" y="72"/>
                    <a:pt x="1" y="179"/>
                  </a:cubicBezTo>
                  <a:lnTo>
                    <a:pt x="1" y="3608"/>
                  </a:lnTo>
                  <a:cubicBezTo>
                    <a:pt x="1" y="3703"/>
                    <a:pt x="84" y="3787"/>
                    <a:pt x="191" y="3787"/>
                  </a:cubicBezTo>
                  <a:lnTo>
                    <a:pt x="1334" y="3787"/>
                  </a:lnTo>
                  <a:cubicBezTo>
                    <a:pt x="1418" y="3787"/>
                    <a:pt x="1513" y="3715"/>
                    <a:pt x="1513" y="3608"/>
                  </a:cubicBezTo>
                  <a:lnTo>
                    <a:pt x="1513" y="2382"/>
                  </a:lnTo>
                  <a:cubicBezTo>
                    <a:pt x="1513" y="1977"/>
                    <a:pt x="1596" y="1501"/>
                    <a:pt x="2037" y="1501"/>
                  </a:cubicBezTo>
                  <a:cubicBezTo>
                    <a:pt x="2347" y="1501"/>
                    <a:pt x="2477" y="1763"/>
                    <a:pt x="2525" y="2060"/>
                  </a:cubicBezTo>
                  <a:cubicBezTo>
                    <a:pt x="2537" y="2156"/>
                    <a:pt x="2608" y="2215"/>
                    <a:pt x="2692" y="2215"/>
                  </a:cubicBezTo>
                  <a:cubicBezTo>
                    <a:pt x="2787" y="2215"/>
                    <a:pt x="2870" y="2120"/>
                    <a:pt x="2847" y="2025"/>
                  </a:cubicBezTo>
                  <a:cubicBezTo>
                    <a:pt x="2763" y="1465"/>
                    <a:pt x="2477" y="1155"/>
                    <a:pt x="2013" y="1155"/>
                  </a:cubicBezTo>
                  <a:cubicBezTo>
                    <a:pt x="1465" y="1155"/>
                    <a:pt x="1156" y="1608"/>
                    <a:pt x="1156" y="2382"/>
                  </a:cubicBezTo>
                  <a:lnTo>
                    <a:pt x="1156" y="3430"/>
                  </a:lnTo>
                  <a:lnTo>
                    <a:pt x="346" y="3430"/>
                  </a:lnTo>
                  <a:lnTo>
                    <a:pt x="346" y="358"/>
                  </a:lnTo>
                  <a:lnTo>
                    <a:pt x="918" y="358"/>
                  </a:lnTo>
                  <a:lnTo>
                    <a:pt x="918" y="572"/>
                  </a:lnTo>
                  <a:cubicBezTo>
                    <a:pt x="918" y="632"/>
                    <a:pt x="930" y="679"/>
                    <a:pt x="977" y="715"/>
                  </a:cubicBezTo>
                  <a:cubicBezTo>
                    <a:pt x="1007" y="733"/>
                    <a:pt x="1043" y="742"/>
                    <a:pt x="1078" y="742"/>
                  </a:cubicBezTo>
                  <a:cubicBezTo>
                    <a:pt x="1114" y="742"/>
                    <a:pt x="1150" y="733"/>
                    <a:pt x="1180" y="715"/>
                  </a:cubicBezTo>
                  <a:cubicBezTo>
                    <a:pt x="1477" y="477"/>
                    <a:pt x="1835" y="358"/>
                    <a:pt x="2227" y="358"/>
                  </a:cubicBezTo>
                  <a:cubicBezTo>
                    <a:pt x="3204" y="358"/>
                    <a:pt x="3656" y="1191"/>
                    <a:pt x="3656" y="2001"/>
                  </a:cubicBezTo>
                  <a:lnTo>
                    <a:pt x="3656" y="3430"/>
                  </a:lnTo>
                  <a:lnTo>
                    <a:pt x="2847" y="3430"/>
                  </a:lnTo>
                  <a:lnTo>
                    <a:pt x="2847" y="2870"/>
                  </a:lnTo>
                  <a:cubicBezTo>
                    <a:pt x="2847" y="2775"/>
                    <a:pt x="2775" y="2703"/>
                    <a:pt x="2692" y="2703"/>
                  </a:cubicBezTo>
                  <a:cubicBezTo>
                    <a:pt x="2597" y="2703"/>
                    <a:pt x="2525" y="2775"/>
                    <a:pt x="2525" y="2870"/>
                  </a:cubicBezTo>
                  <a:lnTo>
                    <a:pt x="2525" y="3596"/>
                  </a:lnTo>
                  <a:cubicBezTo>
                    <a:pt x="2525" y="3691"/>
                    <a:pt x="2597" y="3775"/>
                    <a:pt x="2704" y="3775"/>
                  </a:cubicBezTo>
                  <a:lnTo>
                    <a:pt x="3847" y="3775"/>
                  </a:lnTo>
                  <a:cubicBezTo>
                    <a:pt x="3942" y="3775"/>
                    <a:pt x="4025" y="3703"/>
                    <a:pt x="4025" y="3596"/>
                  </a:cubicBezTo>
                  <a:lnTo>
                    <a:pt x="4025" y="1989"/>
                  </a:lnTo>
                  <a:cubicBezTo>
                    <a:pt x="4025" y="810"/>
                    <a:pt x="3299" y="1"/>
                    <a:pt x="2239" y="1"/>
                  </a:cubicBezTo>
                  <a:cubicBezTo>
                    <a:pt x="1894" y="1"/>
                    <a:pt x="1573" y="84"/>
                    <a:pt x="1275" y="251"/>
                  </a:cubicBezTo>
                  <a:lnTo>
                    <a:pt x="1275" y="179"/>
                  </a:lnTo>
                  <a:cubicBezTo>
                    <a:pt x="1275" y="84"/>
                    <a:pt x="1204" y="1"/>
                    <a:pt x="1096" y="1"/>
                  </a:cubicBezTo>
                  <a:close/>
                </a:path>
              </a:pathLst>
            </a:custGeom>
            <a:solidFill>
              <a:schemeClr val="dk1"/>
            </a:solidFill>
            <a:ln w="0">
              <a:noFill/>
            </a:ln>
          </p:spPr>
          <p:style>
            <a:lnRef idx="0"/>
            <a:fillRef idx="0"/>
            <a:effectRef idx="0"/>
            <a:fontRef idx="minor"/>
          </p:style>
          <p:txBody>
            <a:bodyPr tIns="77040" bIns="77040" anchor="ctr">
              <a:noAutofit/>
            </a:bodyPr>
            <a:p>
              <a:pPr>
                <a:lnSpc>
                  <a:spcPct val="100000"/>
                </a:lnSpc>
                <a:tabLst>
                  <a:tab algn="l" pos="0"/>
                </a:tabLst>
              </a:pPr>
              <a:endParaRPr b="0" lang="es-ES" sz="1400" strike="noStrike" u="none">
                <a:solidFill>
                  <a:srgbClr val="000000"/>
                </a:solidFill>
                <a:effectLst/>
                <a:uFillTx/>
                <a:latin typeface="Arial"/>
              </a:endParaRPr>
            </a:p>
          </p:txBody>
        </p:sp>
      </p:grpSp>
      <p:sp>
        <p:nvSpPr>
          <p:cNvPr id="196" name="Google Shape;311;p42"/>
          <p:cNvSpPr/>
          <p:nvPr/>
        </p:nvSpPr>
        <p:spPr>
          <a:xfrm>
            <a:off x="8003160" y="3340800"/>
            <a:ext cx="291240" cy="237600"/>
          </a:xfrm>
          <a:custGeom>
            <a:avLst/>
            <a:gdLst>
              <a:gd name="textAreaLeft" fmla="*/ 0 w 291240"/>
              <a:gd name="textAreaRight" fmla="*/ 291600 w 291240"/>
              <a:gd name="textAreaTop" fmla="*/ 0 h 237600"/>
              <a:gd name="textAreaBottom" fmla="*/ 237960 h 237600"/>
            </a:gdLst>
            <a:ahLst/>
            <a:cxnLst/>
            <a:rect l="textAreaLeft" t="textAreaTop" r="textAreaRight" b="textAreaBottom"/>
            <a:pathLst>
              <a:path w="7144" h="5835">
                <a:moveTo>
                  <a:pt x="4620" y="0"/>
                </a:moveTo>
                <a:cubicBezTo>
                  <a:pt x="3727" y="0"/>
                  <a:pt x="2977" y="691"/>
                  <a:pt x="2905" y="1572"/>
                </a:cubicBezTo>
                <a:cubicBezTo>
                  <a:pt x="2727" y="1548"/>
                  <a:pt x="2358" y="1441"/>
                  <a:pt x="2262" y="1405"/>
                </a:cubicBezTo>
                <a:cubicBezTo>
                  <a:pt x="1643" y="1203"/>
                  <a:pt x="1072" y="810"/>
                  <a:pt x="631" y="322"/>
                </a:cubicBezTo>
                <a:cubicBezTo>
                  <a:pt x="596" y="298"/>
                  <a:pt x="572" y="274"/>
                  <a:pt x="524" y="262"/>
                </a:cubicBezTo>
                <a:cubicBezTo>
                  <a:pt x="517" y="261"/>
                  <a:pt x="509" y="260"/>
                  <a:pt x="501" y="260"/>
                </a:cubicBezTo>
                <a:cubicBezTo>
                  <a:pt x="436" y="260"/>
                  <a:pt x="367" y="304"/>
                  <a:pt x="346" y="357"/>
                </a:cubicBezTo>
                <a:cubicBezTo>
                  <a:pt x="238" y="572"/>
                  <a:pt x="179" y="810"/>
                  <a:pt x="179" y="1048"/>
                </a:cubicBezTo>
                <a:cubicBezTo>
                  <a:pt x="179" y="1393"/>
                  <a:pt x="286" y="1727"/>
                  <a:pt x="476" y="1977"/>
                </a:cubicBezTo>
                <a:cubicBezTo>
                  <a:pt x="466" y="1975"/>
                  <a:pt x="456" y="1974"/>
                  <a:pt x="446" y="1974"/>
                </a:cubicBezTo>
                <a:cubicBezTo>
                  <a:pt x="397" y="1974"/>
                  <a:pt x="349" y="1997"/>
                  <a:pt x="310" y="2036"/>
                </a:cubicBezTo>
                <a:cubicBezTo>
                  <a:pt x="286" y="2060"/>
                  <a:pt x="286" y="2108"/>
                  <a:pt x="274" y="2143"/>
                </a:cubicBezTo>
                <a:lnTo>
                  <a:pt x="274" y="2203"/>
                </a:lnTo>
                <a:cubicBezTo>
                  <a:pt x="274" y="2655"/>
                  <a:pt x="476" y="3072"/>
                  <a:pt x="822" y="3358"/>
                </a:cubicBezTo>
                <a:cubicBezTo>
                  <a:pt x="786" y="3370"/>
                  <a:pt x="774" y="3405"/>
                  <a:pt x="762" y="3417"/>
                </a:cubicBezTo>
                <a:cubicBezTo>
                  <a:pt x="750" y="3465"/>
                  <a:pt x="727" y="3513"/>
                  <a:pt x="750" y="3548"/>
                </a:cubicBezTo>
                <a:cubicBezTo>
                  <a:pt x="893" y="4024"/>
                  <a:pt x="1262" y="4405"/>
                  <a:pt x="1727" y="4548"/>
                </a:cubicBezTo>
                <a:cubicBezTo>
                  <a:pt x="1310" y="4798"/>
                  <a:pt x="834" y="4941"/>
                  <a:pt x="334" y="4941"/>
                </a:cubicBezTo>
                <a:lnTo>
                  <a:pt x="191" y="4941"/>
                </a:lnTo>
                <a:cubicBezTo>
                  <a:pt x="107" y="4941"/>
                  <a:pt x="36" y="5001"/>
                  <a:pt x="12" y="5084"/>
                </a:cubicBezTo>
                <a:cubicBezTo>
                  <a:pt x="0" y="5156"/>
                  <a:pt x="48" y="5239"/>
                  <a:pt x="107" y="5263"/>
                </a:cubicBezTo>
                <a:cubicBezTo>
                  <a:pt x="727" y="5632"/>
                  <a:pt x="1465" y="5834"/>
                  <a:pt x="2191" y="5834"/>
                </a:cubicBezTo>
                <a:cubicBezTo>
                  <a:pt x="3072" y="5834"/>
                  <a:pt x="3905" y="5560"/>
                  <a:pt x="4596" y="5060"/>
                </a:cubicBezTo>
                <a:cubicBezTo>
                  <a:pt x="4691" y="5001"/>
                  <a:pt x="4691" y="4858"/>
                  <a:pt x="4620" y="4786"/>
                </a:cubicBezTo>
                <a:cubicBezTo>
                  <a:pt x="4587" y="4754"/>
                  <a:pt x="4544" y="4735"/>
                  <a:pt x="4499" y="4735"/>
                </a:cubicBezTo>
                <a:cubicBezTo>
                  <a:pt x="4463" y="4735"/>
                  <a:pt x="4426" y="4748"/>
                  <a:pt x="4394" y="4775"/>
                </a:cubicBezTo>
                <a:cubicBezTo>
                  <a:pt x="3763" y="5215"/>
                  <a:pt x="3013" y="5489"/>
                  <a:pt x="2191" y="5489"/>
                </a:cubicBezTo>
                <a:cubicBezTo>
                  <a:pt x="1727" y="5489"/>
                  <a:pt x="1262" y="5394"/>
                  <a:pt x="846" y="5239"/>
                </a:cubicBezTo>
                <a:cubicBezTo>
                  <a:pt x="1369" y="5144"/>
                  <a:pt x="1846" y="4917"/>
                  <a:pt x="2262" y="4584"/>
                </a:cubicBezTo>
                <a:cubicBezTo>
                  <a:pt x="2310" y="4536"/>
                  <a:pt x="2334" y="4477"/>
                  <a:pt x="2322" y="4417"/>
                </a:cubicBezTo>
                <a:cubicBezTo>
                  <a:pt x="2310" y="4346"/>
                  <a:pt x="2239" y="4286"/>
                  <a:pt x="2155" y="4286"/>
                </a:cubicBezTo>
                <a:cubicBezTo>
                  <a:pt x="1739" y="4263"/>
                  <a:pt x="1369" y="4048"/>
                  <a:pt x="1167" y="3691"/>
                </a:cubicBezTo>
                <a:cubicBezTo>
                  <a:pt x="1250" y="3691"/>
                  <a:pt x="1358" y="3667"/>
                  <a:pt x="1441" y="3643"/>
                </a:cubicBezTo>
                <a:cubicBezTo>
                  <a:pt x="1524" y="3632"/>
                  <a:pt x="1584" y="3572"/>
                  <a:pt x="1584" y="3489"/>
                </a:cubicBezTo>
                <a:cubicBezTo>
                  <a:pt x="1596" y="3405"/>
                  <a:pt x="1536" y="3334"/>
                  <a:pt x="1441" y="3298"/>
                </a:cubicBezTo>
                <a:cubicBezTo>
                  <a:pt x="1000" y="3191"/>
                  <a:pt x="667" y="2822"/>
                  <a:pt x="596" y="2381"/>
                </a:cubicBezTo>
                <a:lnTo>
                  <a:pt x="596" y="2381"/>
                </a:lnTo>
                <a:cubicBezTo>
                  <a:pt x="727" y="2405"/>
                  <a:pt x="869" y="2417"/>
                  <a:pt x="1000" y="2417"/>
                </a:cubicBezTo>
                <a:cubicBezTo>
                  <a:pt x="1084" y="2417"/>
                  <a:pt x="1143" y="2358"/>
                  <a:pt x="1167" y="2274"/>
                </a:cubicBezTo>
                <a:cubicBezTo>
                  <a:pt x="1179" y="2203"/>
                  <a:pt x="1131" y="2143"/>
                  <a:pt x="1072" y="2108"/>
                </a:cubicBezTo>
                <a:cubicBezTo>
                  <a:pt x="703" y="1881"/>
                  <a:pt x="476" y="1488"/>
                  <a:pt x="476" y="1048"/>
                </a:cubicBezTo>
                <a:cubicBezTo>
                  <a:pt x="476" y="953"/>
                  <a:pt x="488" y="846"/>
                  <a:pt x="524" y="738"/>
                </a:cubicBezTo>
                <a:cubicBezTo>
                  <a:pt x="965" y="1191"/>
                  <a:pt x="1524" y="1524"/>
                  <a:pt x="2120" y="1727"/>
                </a:cubicBezTo>
                <a:cubicBezTo>
                  <a:pt x="2120" y="1727"/>
                  <a:pt x="2715" y="1905"/>
                  <a:pt x="2929" y="1917"/>
                </a:cubicBezTo>
                <a:lnTo>
                  <a:pt x="3024" y="1917"/>
                </a:lnTo>
                <a:cubicBezTo>
                  <a:pt x="3096" y="1917"/>
                  <a:pt x="3167" y="1869"/>
                  <a:pt x="3191" y="1798"/>
                </a:cubicBezTo>
                <a:cubicBezTo>
                  <a:pt x="3203" y="1786"/>
                  <a:pt x="3203" y="1750"/>
                  <a:pt x="3203" y="1738"/>
                </a:cubicBezTo>
                <a:lnTo>
                  <a:pt x="3203" y="1703"/>
                </a:lnTo>
                <a:cubicBezTo>
                  <a:pt x="3203" y="953"/>
                  <a:pt x="3810" y="334"/>
                  <a:pt x="4572" y="334"/>
                </a:cubicBezTo>
                <a:cubicBezTo>
                  <a:pt x="4941" y="334"/>
                  <a:pt x="5287" y="488"/>
                  <a:pt x="5549" y="750"/>
                </a:cubicBezTo>
                <a:cubicBezTo>
                  <a:pt x="5585" y="787"/>
                  <a:pt x="5621" y="802"/>
                  <a:pt x="5663" y="802"/>
                </a:cubicBezTo>
                <a:cubicBezTo>
                  <a:pt x="5676" y="802"/>
                  <a:pt x="5689" y="801"/>
                  <a:pt x="5703" y="798"/>
                </a:cubicBezTo>
                <a:cubicBezTo>
                  <a:pt x="5882" y="762"/>
                  <a:pt x="6049" y="738"/>
                  <a:pt x="6203" y="679"/>
                </a:cubicBezTo>
                <a:lnTo>
                  <a:pt x="6203" y="679"/>
                </a:lnTo>
                <a:cubicBezTo>
                  <a:pt x="6120" y="762"/>
                  <a:pt x="6013" y="857"/>
                  <a:pt x="5894" y="917"/>
                </a:cubicBezTo>
                <a:cubicBezTo>
                  <a:pt x="5822" y="965"/>
                  <a:pt x="5787" y="1048"/>
                  <a:pt x="5822" y="1143"/>
                </a:cubicBezTo>
                <a:cubicBezTo>
                  <a:pt x="5846" y="1203"/>
                  <a:pt x="5930" y="1250"/>
                  <a:pt x="6001" y="1250"/>
                </a:cubicBezTo>
                <a:cubicBezTo>
                  <a:pt x="6144" y="1227"/>
                  <a:pt x="6287" y="1215"/>
                  <a:pt x="6418" y="1167"/>
                </a:cubicBezTo>
                <a:lnTo>
                  <a:pt x="6418" y="1167"/>
                </a:lnTo>
                <a:cubicBezTo>
                  <a:pt x="6299" y="1286"/>
                  <a:pt x="6168" y="1405"/>
                  <a:pt x="6013" y="1512"/>
                </a:cubicBezTo>
                <a:cubicBezTo>
                  <a:pt x="5965" y="1548"/>
                  <a:pt x="5941" y="1608"/>
                  <a:pt x="5941" y="1655"/>
                </a:cubicBezTo>
                <a:lnTo>
                  <a:pt x="5941" y="1679"/>
                </a:lnTo>
                <a:lnTo>
                  <a:pt x="5941" y="1703"/>
                </a:lnTo>
                <a:lnTo>
                  <a:pt x="5941" y="1727"/>
                </a:lnTo>
                <a:cubicBezTo>
                  <a:pt x="5941" y="2691"/>
                  <a:pt x="5572" y="3572"/>
                  <a:pt x="4977" y="4227"/>
                </a:cubicBezTo>
                <a:cubicBezTo>
                  <a:pt x="4918" y="4298"/>
                  <a:pt x="4918" y="4405"/>
                  <a:pt x="4977" y="4465"/>
                </a:cubicBezTo>
                <a:cubicBezTo>
                  <a:pt x="5011" y="4499"/>
                  <a:pt x="5053" y="4514"/>
                  <a:pt x="5096" y="4514"/>
                </a:cubicBezTo>
                <a:cubicBezTo>
                  <a:pt x="5143" y="4514"/>
                  <a:pt x="5190" y="4496"/>
                  <a:pt x="5227" y="4465"/>
                </a:cubicBezTo>
                <a:cubicBezTo>
                  <a:pt x="5894" y="3715"/>
                  <a:pt x="6263" y="2762"/>
                  <a:pt x="6287" y="1750"/>
                </a:cubicBezTo>
                <a:cubicBezTo>
                  <a:pt x="6596" y="1524"/>
                  <a:pt x="6846" y="1250"/>
                  <a:pt x="7061" y="917"/>
                </a:cubicBezTo>
                <a:cubicBezTo>
                  <a:pt x="7144" y="857"/>
                  <a:pt x="7132" y="750"/>
                  <a:pt x="7061" y="715"/>
                </a:cubicBezTo>
                <a:cubicBezTo>
                  <a:pt x="7029" y="683"/>
                  <a:pt x="6987" y="667"/>
                  <a:pt x="6937" y="667"/>
                </a:cubicBezTo>
                <a:cubicBezTo>
                  <a:pt x="6912" y="667"/>
                  <a:pt x="6886" y="671"/>
                  <a:pt x="6858" y="679"/>
                </a:cubicBezTo>
                <a:cubicBezTo>
                  <a:pt x="6775" y="726"/>
                  <a:pt x="6680" y="750"/>
                  <a:pt x="6596" y="786"/>
                </a:cubicBezTo>
                <a:cubicBezTo>
                  <a:pt x="6680" y="667"/>
                  <a:pt x="6763" y="512"/>
                  <a:pt x="6823" y="369"/>
                </a:cubicBezTo>
                <a:cubicBezTo>
                  <a:pt x="6834" y="310"/>
                  <a:pt x="6834" y="238"/>
                  <a:pt x="6787" y="191"/>
                </a:cubicBezTo>
                <a:cubicBezTo>
                  <a:pt x="6750" y="153"/>
                  <a:pt x="6703" y="135"/>
                  <a:pt x="6659" y="135"/>
                </a:cubicBezTo>
                <a:cubicBezTo>
                  <a:pt x="6632" y="135"/>
                  <a:pt x="6607" y="142"/>
                  <a:pt x="6584" y="155"/>
                </a:cubicBezTo>
                <a:cubicBezTo>
                  <a:pt x="6322" y="310"/>
                  <a:pt x="6061" y="393"/>
                  <a:pt x="5775" y="441"/>
                </a:cubicBezTo>
                <a:cubicBezTo>
                  <a:pt x="5465" y="143"/>
                  <a:pt x="5048" y="0"/>
                  <a:pt x="4620" y="0"/>
                </a:cubicBezTo>
                <a:close/>
              </a:path>
            </a:pathLst>
          </a:custGeom>
          <a:solidFill>
            <a:schemeClr val="dk1"/>
          </a:soli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effectLst/>
              <a:uFillTx/>
              <a:latin typeface="Arial"/>
            </a:endParaRPr>
          </a:p>
        </p:txBody>
      </p:sp>
      <p:sp>
        <p:nvSpPr>
          <p:cNvPr id="197" name="Google Shape;312;p42"/>
          <p:cNvSpPr/>
          <p:nvPr/>
        </p:nvSpPr>
        <p:spPr>
          <a:xfrm>
            <a:off x="4278960" y="4343760"/>
            <a:ext cx="4151520" cy="259920"/>
          </a:xfrm>
          <a:prstGeom prst="rect">
            <a:avLst/>
          </a:prstGeom>
          <a:noFill/>
          <a:ln w="0">
            <a:noFill/>
          </a:ln>
        </p:spPr>
        <p:style>
          <a:lnRef idx="0"/>
          <a:fillRef idx="0"/>
          <a:effectRef idx="0"/>
          <a:fontRef idx="minor"/>
        </p:style>
        <p:txBody>
          <a:bodyPr tIns="91440" bIns="91440" anchor="t">
            <a:noAutofit/>
          </a:bodyPr>
          <a:p>
            <a:pPr algn="r">
              <a:lnSpc>
                <a:spcPct val="100000"/>
              </a:lnSpc>
              <a:tabLst>
                <a:tab algn="l" pos="0"/>
              </a:tabLst>
            </a:pPr>
            <a:r>
              <a:rPr b="0" lang="en" sz="1000" strike="noStrike" u="none">
                <a:solidFill>
                  <a:schemeClr val="dk1"/>
                </a:solidFill>
                <a:effectLst/>
                <a:uFillTx/>
                <a:latin typeface="Open Sans"/>
                <a:ea typeface="Open Sans"/>
              </a:rPr>
              <a:t>Please keep this slide for attribution</a:t>
            </a:r>
            <a:endParaRPr b="0" lang="es-ES" sz="1000" strike="noStrike" u="none">
              <a:solidFill>
                <a:srgbClr val="ffffff"/>
              </a:solidFill>
              <a:effectLst/>
              <a:uFillTx/>
              <a:latin typeface="Arial"/>
            </a:endParaRPr>
          </a:p>
        </p:txBody>
      </p:sp>
      <p:sp>
        <p:nvSpPr>
          <p:cNvPr id="198" name="Google Shape;313;p42"/>
          <p:cNvSpPr/>
          <p:nvPr/>
        </p:nvSpPr>
        <p:spPr>
          <a:xfrm>
            <a:off x="306360" y="4604040"/>
            <a:ext cx="1123920" cy="392040"/>
          </a:xfrm>
          <a:prstGeom prst="rect">
            <a:avLst/>
          </a:prstGeom>
          <a:noFill/>
          <a:ln w="0">
            <a:noFill/>
          </a:ln>
        </p:spPr>
        <p:style>
          <a:lnRef idx="0"/>
          <a:fillRef idx="0"/>
          <a:effectRef idx="0"/>
          <a:fontRef idx="minor"/>
        </p:style>
        <p:txBody>
          <a:bodyPr tIns="91440" bIns="91440" anchor="ctr">
            <a:noAutofit/>
          </a:bodyPr>
          <a:p>
            <a:pPr>
              <a:lnSpc>
                <a:spcPct val="100000"/>
              </a:lnSpc>
              <a:tabLst>
                <a:tab algn="l" pos="0"/>
              </a:tabLst>
            </a:pPr>
            <a:r>
              <a:rPr b="0" lang="en" sz="1000" strike="noStrike" u="none">
                <a:solidFill>
                  <a:schemeClr val="dk1"/>
                </a:solidFill>
                <a:effectLst/>
                <a:uFillTx/>
                <a:latin typeface="Syne"/>
                <a:ea typeface="Syne"/>
              </a:rPr>
              <a:t>Company name</a:t>
            </a:r>
            <a:endParaRPr b="0" lang="es-ES" sz="1000" strike="noStrike" u="none">
              <a:solidFill>
                <a:srgbClr val="ffffff"/>
              </a:solidFill>
              <a:effectLst/>
              <a:uFillTx/>
              <a:latin typeface="Arial"/>
            </a:endParaRPr>
          </a:p>
        </p:txBody>
      </p:sp>
      <p:cxnSp>
        <p:nvCxnSpPr>
          <p:cNvPr id="199" name="Google Shape;314;p42"/>
          <p:cNvCxnSpPr/>
          <p:nvPr/>
        </p:nvCxnSpPr>
        <p:spPr>
          <a:xfrm>
            <a:off x="1430640" y="4799880"/>
            <a:ext cx="8245800" cy="360"/>
          </a:xfrm>
          <a:prstGeom prst="straightConnector1">
            <a:avLst/>
          </a:prstGeom>
          <a:ln w="9525">
            <a:solidFill>
              <a:srgbClr val="ffffff"/>
            </a:solidFill>
            <a:round/>
          </a:ln>
        </p:spPr>
      </p:cxn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0" name="PlaceHolder 1"/>
          <p:cNvSpPr>
            <a:spLocks noGrp="1"/>
          </p:cNvSpPr>
          <p:nvPr>
            <p:ph type="title"/>
          </p:nvPr>
        </p:nvSpPr>
        <p:spPr>
          <a:xfrm>
            <a:off x="720000" y="444960"/>
            <a:ext cx="7703640" cy="572400"/>
          </a:xfrm>
          <a:prstGeom prst="rect">
            <a:avLst/>
          </a:prstGeom>
          <a:noFill/>
          <a:ln w="0">
            <a:noFill/>
          </a:ln>
        </p:spPr>
        <p:txBody>
          <a:bodyPr lIns="91440" rIns="91440" tIns="91440" bIns="91440" anchor="t">
            <a:noAutofit/>
          </a:bodyPr>
          <a:p>
            <a:pPr indent="0">
              <a:lnSpc>
                <a:spcPct val="100000"/>
              </a:lnSpc>
              <a:buNone/>
              <a:tabLst>
                <a:tab algn="l" pos="0"/>
              </a:tabLst>
            </a:pPr>
            <a:r>
              <a:rPr b="1" lang="en" sz="2600" strike="noStrike" u="none">
                <a:solidFill>
                  <a:schemeClr val="dk1"/>
                </a:solidFill>
                <a:effectLst/>
                <a:uFillTx/>
                <a:latin typeface="Syne"/>
                <a:ea typeface="Syne"/>
              </a:rPr>
              <a:t>Alternative resources</a:t>
            </a:r>
            <a:endParaRPr b="0" lang="es-ES" sz="2600" strike="noStrike" u="none">
              <a:solidFill>
                <a:srgbClr val="000000"/>
              </a:solidFill>
              <a:effectLst/>
              <a:uFillTx/>
              <a:latin typeface="Arial"/>
            </a:endParaRPr>
          </a:p>
        </p:txBody>
      </p:sp>
      <p:sp>
        <p:nvSpPr>
          <p:cNvPr id="201" name="PlaceHolder 2"/>
          <p:cNvSpPr>
            <a:spLocks noGrp="1"/>
          </p:cNvSpPr>
          <p:nvPr>
            <p:ph/>
          </p:nvPr>
        </p:nvSpPr>
        <p:spPr>
          <a:xfrm>
            <a:off x="720000" y="1215720"/>
            <a:ext cx="7703640" cy="3416040"/>
          </a:xfrm>
          <a:prstGeom prst="rect">
            <a:avLst/>
          </a:prstGeom>
          <a:noFill/>
          <a:ln w="0">
            <a:noFill/>
          </a:ln>
        </p:spPr>
        <p:txBody>
          <a:bodyPr lIns="91440" rIns="91440" tIns="91440" bIns="91440" anchor="t">
            <a:noAutofit/>
          </a:bodyPr>
          <a:p>
            <a:pPr indent="0">
              <a:lnSpc>
                <a:spcPct val="100000"/>
              </a:lnSpc>
              <a:buNone/>
              <a:tabLst>
                <a:tab algn="l" pos="0"/>
              </a:tabLst>
            </a:pPr>
            <a:r>
              <a:rPr b="0" lang="en" sz="1200" strike="noStrike" u="none">
                <a:solidFill>
                  <a:schemeClr val="dk1"/>
                </a:solidFill>
                <a:effectLst/>
                <a:uFillTx/>
                <a:latin typeface="Albert Sans"/>
                <a:ea typeface="Albert Sans"/>
              </a:rPr>
              <a:t>Did you like the resources used in this template? Get them on these websites:</a:t>
            </a:r>
            <a:endParaRPr b="0" lang="es-ES" sz="1200" strike="noStrike" u="none">
              <a:solidFill>
                <a:srgbClr val="000000"/>
              </a:solidFill>
              <a:effectLst/>
              <a:uFillTx/>
              <a:latin typeface="Arial"/>
            </a:endParaRPr>
          </a:p>
          <a:p>
            <a:pPr indent="0">
              <a:lnSpc>
                <a:spcPct val="100000"/>
              </a:lnSpc>
              <a:spcBef>
                <a:spcPts val="1001"/>
              </a:spcBef>
              <a:buNone/>
              <a:tabLst>
                <a:tab algn="l" pos="0"/>
              </a:tabLst>
            </a:pPr>
            <a:r>
              <a:rPr b="0" lang="en" sz="1200" strike="noStrike" u="none">
                <a:solidFill>
                  <a:schemeClr val="dk1"/>
                </a:solidFill>
                <a:effectLst/>
                <a:uFillTx/>
                <a:latin typeface="Albert Sans"/>
                <a:ea typeface="Albert Sans"/>
              </a:rPr>
              <a:t>Photos:</a:t>
            </a:r>
            <a:endParaRPr b="0" lang="es-ES" sz="1200" strike="noStrike" u="none">
              <a:solidFill>
                <a:srgbClr val="000000"/>
              </a:solidFill>
              <a:effectLst/>
              <a:uFillTx/>
              <a:latin typeface="Arial"/>
            </a:endParaRPr>
          </a:p>
          <a:p>
            <a:pPr marL="457200" indent="-304920">
              <a:lnSpc>
                <a:spcPct val="100000"/>
              </a:lnSpc>
              <a:buClr>
                <a:srgbClr val="ffffff"/>
              </a:buClr>
              <a:buFont typeface="Albert Sans Light"/>
              <a:buChar char="●"/>
              <a:tabLst>
                <a:tab algn="l" pos="0"/>
              </a:tabLst>
            </a:pPr>
            <a:r>
              <a:rPr b="0" lang="en" sz="1200" strike="noStrike" u="sng">
                <a:solidFill>
                  <a:schemeClr val="hlink"/>
                </a:solidFill>
                <a:effectLst/>
                <a:uFillTx/>
                <a:latin typeface="Albert Sans"/>
                <a:ea typeface="Albert Sans"/>
                <a:hlinkClick r:id="rId1"/>
              </a:rPr>
              <a:t>People working with ai operated devices I</a:t>
            </a:r>
            <a:endParaRPr b="0" lang="es-ES" sz="1200" strike="noStrike" u="none">
              <a:solidFill>
                <a:srgbClr val="000000"/>
              </a:solidFill>
              <a:effectLst/>
              <a:uFillTx/>
              <a:latin typeface="Arial"/>
            </a:endParaRPr>
          </a:p>
          <a:p>
            <a:pPr marL="457200" indent="-304920">
              <a:lnSpc>
                <a:spcPct val="100000"/>
              </a:lnSpc>
              <a:buClr>
                <a:srgbClr val="ffffff"/>
              </a:buClr>
              <a:buFont typeface="Albert Sans Light"/>
              <a:buChar char="●"/>
              <a:tabLst>
                <a:tab algn="l" pos="0"/>
              </a:tabLst>
            </a:pPr>
            <a:r>
              <a:rPr b="0" lang="en" sz="1200" strike="noStrike" u="sng">
                <a:solidFill>
                  <a:schemeClr val="hlink"/>
                </a:solidFill>
                <a:effectLst/>
                <a:uFillTx/>
                <a:latin typeface="Albert Sans"/>
                <a:ea typeface="Albert Sans"/>
                <a:hlinkClick r:id="rId2"/>
              </a:rPr>
              <a:t>People working with ai operated devices II</a:t>
            </a:r>
            <a:endParaRPr b="0" lang="es-ES" sz="1200" strike="noStrike" u="none">
              <a:solidFill>
                <a:srgbClr val="000000"/>
              </a:solidFill>
              <a:effectLst/>
              <a:uFillTx/>
              <a:latin typeface="Arial"/>
            </a:endParaRPr>
          </a:p>
          <a:p>
            <a:pPr marL="457200" indent="-304920">
              <a:lnSpc>
                <a:spcPct val="100000"/>
              </a:lnSpc>
              <a:buClr>
                <a:srgbClr val="ffffff"/>
              </a:buClr>
              <a:buFont typeface="Nunito Light"/>
              <a:buChar char="●"/>
              <a:tabLst>
                <a:tab algn="l" pos="0"/>
              </a:tabLst>
            </a:pPr>
            <a:r>
              <a:rPr b="0" lang="en" sz="1200" strike="noStrike" u="sng">
                <a:solidFill>
                  <a:schemeClr val="hlink"/>
                </a:solidFill>
                <a:effectLst/>
                <a:uFillTx/>
                <a:latin typeface="Albert Sans"/>
                <a:ea typeface="Albert Sans"/>
                <a:hlinkClick r:id="rId3"/>
              </a:rPr>
              <a:t>Gradient grainy texture</a:t>
            </a:r>
            <a:endParaRPr b="0" lang="es-ES" sz="1200" strike="noStrike" u="none">
              <a:solidFill>
                <a:srgbClr val="000000"/>
              </a:solidFill>
              <a:effectLst/>
              <a:uFillTx/>
              <a:latin typeface="Arial"/>
            </a:endParaRPr>
          </a:p>
          <a:p>
            <a:pPr marL="457200" indent="-304920">
              <a:lnSpc>
                <a:spcPct val="100000"/>
              </a:lnSpc>
              <a:buClr>
                <a:srgbClr val="ffffff"/>
              </a:buClr>
              <a:buFont typeface="Nunito Light"/>
              <a:buChar char="●"/>
              <a:tabLst>
                <a:tab algn="l" pos="0"/>
              </a:tabLst>
            </a:pPr>
            <a:r>
              <a:rPr b="0" lang="en" sz="1200" strike="noStrike" u="sng">
                <a:solidFill>
                  <a:schemeClr val="hlink"/>
                </a:solidFill>
                <a:effectLst/>
                <a:uFillTx/>
                <a:latin typeface="Albert Sans"/>
                <a:ea typeface="Albert Sans"/>
                <a:hlinkClick r:id="rId4"/>
              </a:rPr>
              <a:t>Round bubble spheres of northern lights background</a:t>
            </a:r>
            <a:endParaRPr b="0" lang="es-ES" sz="1200" strike="noStrike" u="none">
              <a:solidFill>
                <a:srgbClr val="000000"/>
              </a:solidFill>
              <a:effectLst/>
              <a:uFillTx/>
              <a:latin typeface="Arial"/>
            </a:endParaRPr>
          </a:p>
          <a:p>
            <a:pPr marL="457200" indent="-304920">
              <a:lnSpc>
                <a:spcPct val="100000"/>
              </a:lnSpc>
              <a:buClr>
                <a:srgbClr val="ffffff"/>
              </a:buClr>
              <a:buFont typeface="Nunito Light"/>
              <a:buChar char="●"/>
              <a:tabLst>
                <a:tab algn="l" pos="0"/>
              </a:tabLst>
            </a:pPr>
            <a:r>
              <a:rPr b="0" lang="en" sz="1200" strike="noStrike" u="sng">
                <a:solidFill>
                  <a:schemeClr val="hlink"/>
                </a:solidFill>
                <a:effectLst/>
                <a:uFillTx/>
                <a:latin typeface="Albert Sans"/>
                <a:ea typeface="Albert Sans"/>
                <a:hlinkClick r:id="rId5"/>
              </a:rPr>
              <a:t>Abstract northern lights background with defocused coloured shapes</a:t>
            </a:r>
            <a:endParaRPr b="0" lang="es-ES" sz="12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2" name="PlaceHolder 1"/>
          <p:cNvSpPr>
            <a:spLocks noGrp="1"/>
          </p:cNvSpPr>
          <p:nvPr>
            <p:ph type="title"/>
          </p:nvPr>
        </p:nvSpPr>
        <p:spPr>
          <a:xfrm>
            <a:off x="720000" y="444960"/>
            <a:ext cx="7703640" cy="572400"/>
          </a:xfrm>
          <a:prstGeom prst="rect">
            <a:avLst/>
          </a:prstGeom>
          <a:noFill/>
          <a:ln w="0">
            <a:noFill/>
          </a:ln>
        </p:spPr>
        <p:txBody>
          <a:bodyPr lIns="91440" rIns="91440" tIns="91440" bIns="91440" anchor="t">
            <a:noAutofit/>
          </a:bodyPr>
          <a:p>
            <a:pPr indent="0">
              <a:lnSpc>
                <a:spcPct val="100000"/>
              </a:lnSpc>
              <a:buNone/>
              <a:tabLst>
                <a:tab algn="l" pos="0"/>
              </a:tabLst>
            </a:pPr>
            <a:r>
              <a:rPr b="1" lang="en" sz="2600" strike="noStrike" u="none">
                <a:solidFill>
                  <a:schemeClr val="dk1"/>
                </a:solidFill>
                <a:effectLst/>
                <a:uFillTx/>
                <a:latin typeface="Syne"/>
                <a:ea typeface="Syne"/>
              </a:rPr>
              <a:t>Resources</a:t>
            </a:r>
            <a:endParaRPr b="0" lang="es-ES" sz="2600" strike="noStrike" u="none">
              <a:solidFill>
                <a:srgbClr val="000000"/>
              </a:solidFill>
              <a:effectLst/>
              <a:uFillTx/>
              <a:latin typeface="Arial"/>
            </a:endParaRPr>
          </a:p>
        </p:txBody>
      </p:sp>
      <p:sp>
        <p:nvSpPr>
          <p:cNvPr id="203" name="PlaceHolder 2"/>
          <p:cNvSpPr>
            <a:spLocks noGrp="1"/>
          </p:cNvSpPr>
          <p:nvPr>
            <p:ph/>
          </p:nvPr>
        </p:nvSpPr>
        <p:spPr>
          <a:xfrm>
            <a:off x="720000" y="1215720"/>
            <a:ext cx="7703640" cy="3416040"/>
          </a:xfrm>
          <a:prstGeom prst="rect">
            <a:avLst/>
          </a:prstGeom>
          <a:noFill/>
          <a:ln w="0">
            <a:noFill/>
          </a:ln>
        </p:spPr>
        <p:txBody>
          <a:bodyPr lIns="91440" rIns="91440" tIns="91440" bIns="91440" anchor="t">
            <a:noAutofit/>
          </a:bodyPr>
          <a:p>
            <a:pPr indent="0">
              <a:lnSpc>
                <a:spcPct val="100000"/>
              </a:lnSpc>
              <a:buNone/>
              <a:tabLst>
                <a:tab algn="l" pos="0"/>
              </a:tabLst>
            </a:pPr>
            <a:r>
              <a:rPr b="0" lang="en" sz="1200" strike="noStrike" u="none">
                <a:solidFill>
                  <a:schemeClr val="dk1"/>
                </a:solidFill>
                <a:effectLst/>
                <a:uFillTx/>
                <a:latin typeface="Albert Sans"/>
                <a:ea typeface="Albert Sans"/>
              </a:rPr>
              <a:t>Here’s an assortment of alternative resources whose style fits that of this template:</a:t>
            </a:r>
            <a:br>
              <a:rPr sz="1200"/>
            </a:br>
            <a:endParaRPr b="0" lang="es-ES" sz="1200" strike="noStrike" u="none">
              <a:solidFill>
                <a:srgbClr val="000000"/>
              </a:solidFill>
              <a:effectLst/>
              <a:uFillTx/>
              <a:latin typeface="Arial"/>
            </a:endParaRPr>
          </a:p>
          <a:p>
            <a:pPr marL="457200" indent="-304920">
              <a:lnSpc>
                <a:spcPct val="100000"/>
              </a:lnSpc>
              <a:buClr>
                <a:srgbClr val="ffffff"/>
              </a:buClr>
              <a:buFont typeface="Nunito Light"/>
              <a:buChar char="●"/>
              <a:tabLst>
                <a:tab algn="l" pos="0"/>
              </a:tabLst>
            </a:pPr>
            <a:r>
              <a:rPr b="0" lang="en" sz="1200" strike="noStrike" u="sng">
                <a:solidFill>
                  <a:schemeClr val="hlink"/>
                </a:solidFill>
                <a:effectLst/>
                <a:uFillTx/>
                <a:latin typeface="Albert Sans"/>
                <a:ea typeface="Albert Sans"/>
                <a:hlinkClick r:id="rId1"/>
              </a:rPr>
              <a:t>Abstract blue northern lights background</a:t>
            </a:r>
            <a:endParaRPr b="0" lang="es-ES" sz="1200" strike="noStrike" u="none">
              <a:solidFill>
                <a:srgbClr val="000000"/>
              </a:solidFill>
              <a:effectLst/>
              <a:uFillTx/>
              <a:latin typeface="Arial"/>
            </a:endParaRPr>
          </a:p>
          <a:p>
            <a:pPr marL="457200" indent="-304920">
              <a:lnSpc>
                <a:spcPct val="100000"/>
              </a:lnSpc>
              <a:buClr>
                <a:srgbClr val="ffffff"/>
              </a:buClr>
              <a:buFont typeface="Nunito Light"/>
              <a:buChar char="●"/>
              <a:tabLst>
                <a:tab algn="l" pos="0"/>
              </a:tabLst>
            </a:pPr>
            <a:r>
              <a:rPr b="0" lang="en" sz="1200" strike="noStrike" u="sng">
                <a:solidFill>
                  <a:schemeClr val="hlink"/>
                </a:solidFill>
                <a:effectLst/>
                <a:uFillTx/>
                <a:latin typeface="Albert Sans"/>
                <a:ea typeface="Albert Sans"/>
                <a:hlinkClick r:id="rId2"/>
              </a:rPr>
              <a:t>People working with ai operated devices</a:t>
            </a:r>
            <a:endParaRPr b="0" lang="es-ES" sz="12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Tech Startup by Slidesgo">
  <a:themeElements>
    <a:clrScheme name="Simple Light">
      <a:dk1>
        <a:srgbClr val="ffffff"/>
      </a:dk1>
      <a:lt1>
        <a:srgbClr val="091060"/>
      </a:lt1>
      <a:dk2>
        <a:srgbClr val="7247b8"/>
      </a:dk2>
      <a:lt2>
        <a:srgbClr val="0deee7"/>
      </a:lt2>
      <a:accent1>
        <a:srgbClr val="01507c"/>
      </a:accent1>
      <a:accent2>
        <a:srgbClr val="15d2cb"/>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Slidesgo Final Pages">
  <a:themeElements>
    <a:clrScheme name="Simple Light">
      <a:dk1>
        <a:srgbClr val="ffffff"/>
      </a:dk1>
      <a:lt1>
        <a:srgbClr val="22244e"/>
      </a:lt1>
      <a:dk2>
        <a:srgbClr val="503259"/>
      </a:dk2>
      <a:lt2>
        <a:srgbClr val="765186"/>
      </a:lt2>
      <a:accent1>
        <a:srgbClr val="b07cc6"/>
      </a:accent1>
      <a:accent2>
        <a:srgbClr val="faf6e7"/>
      </a:accent2>
      <a:accent3>
        <a:srgbClr val="e3dfd2"/>
      </a:accent3>
      <a:accent4>
        <a:srgbClr val="ffffff"/>
      </a:accent4>
      <a:accent5>
        <a:srgbClr val="ffffff"/>
      </a:accent5>
      <a:accent6>
        <a:srgbClr val="ffffff"/>
      </a:accent6>
      <a:hlink>
        <a:srgbClr val="765186"/>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22</TotalTime>
  <Application>LibreOffice/25.8.3.2$Windows_X86_64 LibreOffice_project/8ca8d55c161d602844f5428fa4b58097424e324e</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es-ES</dc:language>
  <cp:lastModifiedBy/>
  <dcterms:modified xsi:type="dcterms:W3CDTF">2025-12-19T00:09:00Z</dcterms:modified>
  <cp:revision>4</cp:revision>
  <dc:subject/>
  <dc:title/>
</cp:coreProperties>
</file>